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2" r:id="rId10"/>
    <p:sldId id="273" r:id="rId11"/>
    <p:sldId id="263" r:id="rId12"/>
    <p:sldId id="264" r:id="rId13"/>
    <p:sldId id="265" r:id="rId14"/>
    <p:sldId id="274" r:id="rId15"/>
    <p:sldId id="275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3B50"/>
    <a:srgbClr val="06202C"/>
    <a:srgbClr val="04151C"/>
    <a:srgbClr val="0F4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571"/>
  </p:normalViewPr>
  <p:slideViewPr>
    <p:cSldViewPr snapToGrid="0">
      <p:cViewPr varScale="1">
        <p:scale>
          <a:sx n="88" d="100"/>
          <a:sy n="8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269434-F3D3-864F-87B1-7140DC5F2126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FA77006C-CB5E-2840-9AFF-18AEBFEA0CAA}">
      <dgm:prSet phldrT="[Texte]"/>
      <dgm:spPr/>
      <dgm:t>
        <a:bodyPr/>
        <a:lstStyle/>
        <a:p>
          <a:r>
            <a:rPr lang="fr-FR" dirty="0"/>
            <a:t>Données dispersées</a:t>
          </a:r>
        </a:p>
      </dgm:t>
    </dgm:pt>
    <dgm:pt modelId="{3138D29F-E3A4-D344-B9B5-0E2EDF121DCB}" type="parTrans" cxnId="{D87DB54C-9F53-B045-887E-CE7736D96D7C}">
      <dgm:prSet/>
      <dgm:spPr/>
      <dgm:t>
        <a:bodyPr/>
        <a:lstStyle/>
        <a:p>
          <a:endParaRPr lang="fr-FR"/>
        </a:p>
      </dgm:t>
    </dgm:pt>
    <dgm:pt modelId="{83D80E6C-FE07-4A4E-A52F-DEDE059135F6}" type="sibTrans" cxnId="{D87DB54C-9F53-B045-887E-CE7736D96D7C}">
      <dgm:prSet/>
      <dgm:spPr/>
      <dgm:t>
        <a:bodyPr/>
        <a:lstStyle/>
        <a:p>
          <a:endParaRPr lang="fr-FR"/>
        </a:p>
      </dgm:t>
    </dgm:pt>
    <dgm:pt modelId="{D7AD62A9-4AA1-444B-A848-F29AA35D7775}">
      <dgm:prSet phldrT="[Texte]"/>
      <dgm:spPr/>
      <dgm:t>
        <a:bodyPr/>
        <a:lstStyle/>
        <a:p>
          <a:r>
            <a:rPr lang="fr-FR" dirty="0"/>
            <a:t>Clients, produits, transactions</a:t>
          </a:r>
        </a:p>
      </dgm:t>
    </dgm:pt>
    <dgm:pt modelId="{C4F2BFF2-2C86-9443-8C5F-8F4B9CE762B9}" type="parTrans" cxnId="{CE9CEB5C-502E-B045-8FD6-2F530B26CF8A}">
      <dgm:prSet/>
      <dgm:spPr/>
      <dgm:t>
        <a:bodyPr/>
        <a:lstStyle/>
        <a:p>
          <a:endParaRPr lang="fr-FR"/>
        </a:p>
      </dgm:t>
    </dgm:pt>
    <dgm:pt modelId="{6C500C2D-811F-B448-AF34-854B6E057B0B}" type="sibTrans" cxnId="{CE9CEB5C-502E-B045-8FD6-2F530B26CF8A}">
      <dgm:prSet/>
      <dgm:spPr/>
      <dgm:t>
        <a:bodyPr/>
        <a:lstStyle/>
        <a:p>
          <a:endParaRPr lang="fr-FR"/>
        </a:p>
      </dgm:t>
    </dgm:pt>
    <dgm:pt modelId="{EF7E7D7A-2957-D24D-9B24-9EE2EF85E9A8}">
      <dgm:prSet phldrT="[Texte]"/>
      <dgm:spPr/>
      <dgm:t>
        <a:bodyPr/>
        <a:lstStyle/>
        <a:p>
          <a:r>
            <a:rPr lang="fr-FR" dirty="0"/>
            <a:t>Fusion</a:t>
          </a:r>
        </a:p>
      </dgm:t>
    </dgm:pt>
    <dgm:pt modelId="{3461B15E-A987-D541-B4A8-80F67ADD5DE6}" type="parTrans" cxnId="{90DD55DF-442E-DD43-9DEE-F6454F7DE5E7}">
      <dgm:prSet/>
      <dgm:spPr/>
      <dgm:t>
        <a:bodyPr/>
        <a:lstStyle/>
        <a:p>
          <a:endParaRPr lang="fr-FR"/>
        </a:p>
      </dgm:t>
    </dgm:pt>
    <dgm:pt modelId="{0D79F71B-5FE9-BE47-A7BE-A558BDD0A1D5}" type="sibTrans" cxnId="{90DD55DF-442E-DD43-9DEE-F6454F7DE5E7}">
      <dgm:prSet/>
      <dgm:spPr/>
      <dgm:t>
        <a:bodyPr/>
        <a:lstStyle/>
        <a:p>
          <a:endParaRPr lang="fr-FR"/>
        </a:p>
      </dgm:t>
    </dgm:pt>
    <dgm:pt modelId="{35E37A8E-37A9-7543-A0BF-209178B17C8A}">
      <dgm:prSet phldrT="[Texte]"/>
      <dgm:spPr/>
      <dgm:t>
        <a:bodyPr/>
        <a:lstStyle/>
        <a:p>
          <a:r>
            <a:rPr lang="fr-FR" dirty="0"/>
            <a:t>Un seul fichier</a:t>
          </a:r>
        </a:p>
      </dgm:t>
    </dgm:pt>
    <dgm:pt modelId="{221FFE15-E355-6C4C-B54B-64A021311ECC}" type="parTrans" cxnId="{7A5994B5-4E70-9048-B20F-B2BC4A57D3B0}">
      <dgm:prSet/>
      <dgm:spPr/>
      <dgm:t>
        <a:bodyPr/>
        <a:lstStyle/>
        <a:p>
          <a:endParaRPr lang="fr-FR"/>
        </a:p>
      </dgm:t>
    </dgm:pt>
    <dgm:pt modelId="{4861F5D1-636E-DB4E-A8A7-0D6D58330449}" type="sibTrans" cxnId="{7A5994B5-4E70-9048-B20F-B2BC4A57D3B0}">
      <dgm:prSet/>
      <dgm:spPr/>
      <dgm:t>
        <a:bodyPr/>
        <a:lstStyle/>
        <a:p>
          <a:endParaRPr lang="fr-FR"/>
        </a:p>
      </dgm:t>
    </dgm:pt>
    <dgm:pt modelId="{CEC6EC65-5BE6-2D4D-B008-CC11A316135F}">
      <dgm:prSet phldrT="[Texte]"/>
      <dgm:spPr/>
      <dgm:t>
        <a:bodyPr/>
        <a:lstStyle/>
        <a:p>
          <a:r>
            <a:rPr lang="fr-FR" dirty="0"/>
            <a:t>Analyse</a:t>
          </a:r>
        </a:p>
      </dgm:t>
    </dgm:pt>
    <dgm:pt modelId="{D009764E-1E47-5246-8D8C-445D39E22953}" type="parTrans" cxnId="{EFAFF06C-9435-ED44-B487-2392E3086B44}">
      <dgm:prSet/>
      <dgm:spPr/>
      <dgm:t>
        <a:bodyPr/>
        <a:lstStyle/>
        <a:p>
          <a:endParaRPr lang="fr-FR"/>
        </a:p>
      </dgm:t>
    </dgm:pt>
    <dgm:pt modelId="{C5EB80F8-0505-C548-8A9D-5A34B202AE4E}" type="sibTrans" cxnId="{EFAFF06C-9435-ED44-B487-2392E3086B44}">
      <dgm:prSet/>
      <dgm:spPr/>
      <dgm:t>
        <a:bodyPr/>
        <a:lstStyle/>
        <a:p>
          <a:endParaRPr lang="fr-FR"/>
        </a:p>
      </dgm:t>
    </dgm:pt>
    <dgm:pt modelId="{24BB5F15-8B77-0B4C-BC0D-949BD1FACBB7}">
      <dgm:prSet phldrT="[Texte]"/>
      <dgm:spPr/>
      <dgm:t>
        <a:bodyPr/>
        <a:lstStyle/>
        <a:p>
          <a:r>
            <a:rPr lang="fr-FR" dirty="0"/>
            <a:t>Profil des clients, corrélations, recommandations</a:t>
          </a:r>
        </a:p>
      </dgm:t>
    </dgm:pt>
    <dgm:pt modelId="{6371682C-85F7-4B47-90B9-E9FD68CD4D43}" type="parTrans" cxnId="{8C228A94-E409-0F49-A24B-D1A1921E3C62}">
      <dgm:prSet/>
      <dgm:spPr/>
      <dgm:t>
        <a:bodyPr/>
        <a:lstStyle/>
        <a:p>
          <a:endParaRPr lang="fr-FR"/>
        </a:p>
      </dgm:t>
    </dgm:pt>
    <dgm:pt modelId="{E79E4D9A-9B10-194D-9168-21F0C05BA0DA}" type="sibTrans" cxnId="{8C228A94-E409-0F49-A24B-D1A1921E3C62}">
      <dgm:prSet/>
      <dgm:spPr/>
      <dgm:t>
        <a:bodyPr/>
        <a:lstStyle/>
        <a:p>
          <a:endParaRPr lang="fr-FR"/>
        </a:p>
      </dgm:t>
    </dgm:pt>
    <dgm:pt modelId="{83847B57-A673-0241-844D-08435C78F19A}" type="pres">
      <dgm:prSet presAssocID="{28269434-F3D3-864F-87B1-7140DC5F2126}" presName="vert0" presStyleCnt="0">
        <dgm:presLayoutVars>
          <dgm:dir/>
          <dgm:animOne val="branch"/>
          <dgm:animLvl val="lvl"/>
        </dgm:presLayoutVars>
      </dgm:prSet>
      <dgm:spPr/>
    </dgm:pt>
    <dgm:pt modelId="{A1411061-9867-424A-98A3-1F1F237B9ADA}" type="pres">
      <dgm:prSet presAssocID="{FA77006C-CB5E-2840-9AFF-18AEBFEA0CAA}" presName="thickLine" presStyleLbl="alignNode1" presStyleIdx="0" presStyleCnt="3"/>
      <dgm:spPr/>
    </dgm:pt>
    <dgm:pt modelId="{8B0712C4-016D-5A42-9211-2D762A98A8E6}" type="pres">
      <dgm:prSet presAssocID="{FA77006C-CB5E-2840-9AFF-18AEBFEA0CAA}" presName="horz1" presStyleCnt="0"/>
      <dgm:spPr/>
    </dgm:pt>
    <dgm:pt modelId="{1BF04469-8378-6F4F-B902-EEEFDDB30DCE}" type="pres">
      <dgm:prSet presAssocID="{FA77006C-CB5E-2840-9AFF-18AEBFEA0CAA}" presName="tx1" presStyleLbl="revTx" presStyleIdx="0" presStyleCnt="6"/>
      <dgm:spPr/>
    </dgm:pt>
    <dgm:pt modelId="{3A90CD6E-F77F-7E48-BFE6-9F654DD1E23A}" type="pres">
      <dgm:prSet presAssocID="{FA77006C-CB5E-2840-9AFF-18AEBFEA0CAA}" presName="vert1" presStyleCnt="0"/>
      <dgm:spPr/>
    </dgm:pt>
    <dgm:pt modelId="{F8389981-8E8F-6343-9AD8-5DD4987B181F}" type="pres">
      <dgm:prSet presAssocID="{D7AD62A9-4AA1-444B-A848-F29AA35D7775}" presName="vertSpace2a" presStyleCnt="0"/>
      <dgm:spPr/>
    </dgm:pt>
    <dgm:pt modelId="{32BFA64D-2DC6-E949-8A58-1704779068E5}" type="pres">
      <dgm:prSet presAssocID="{D7AD62A9-4AA1-444B-A848-F29AA35D7775}" presName="horz2" presStyleCnt="0"/>
      <dgm:spPr/>
    </dgm:pt>
    <dgm:pt modelId="{C3B61F04-7C50-F843-B401-6D748F083462}" type="pres">
      <dgm:prSet presAssocID="{D7AD62A9-4AA1-444B-A848-F29AA35D7775}" presName="horzSpace2" presStyleCnt="0"/>
      <dgm:spPr/>
    </dgm:pt>
    <dgm:pt modelId="{29D0AB34-293A-C740-851B-A03E1480E2D2}" type="pres">
      <dgm:prSet presAssocID="{D7AD62A9-4AA1-444B-A848-F29AA35D7775}" presName="tx2" presStyleLbl="revTx" presStyleIdx="1" presStyleCnt="6"/>
      <dgm:spPr/>
    </dgm:pt>
    <dgm:pt modelId="{3A09E17B-6E4A-024D-9A74-33B6E92E38B1}" type="pres">
      <dgm:prSet presAssocID="{D7AD62A9-4AA1-444B-A848-F29AA35D7775}" presName="vert2" presStyleCnt="0"/>
      <dgm:spPr/>
    </dgm:pt>
    <dgm:pt modelId="{15E21A0C-9DE1-914A-88A4-E53E6094FC16}" type="pres">
      <dgm:prSet presAssocID="{D7AD62A9-4AA1-444B-A848-F29AA35D7775}" presName="thinLine2b" presStyleLbl="callout" presStyleIdx="0" presStyleCnt="3"/>
      <dgm:spPr/>
    </dgm:pt>
    <dgm:pt modelId="{6BFDB6E0-9C89-8E4A-BE02-3D4704F82CE5}" type="pres">
      <dgm:prSet presAssocID="{D7AD62A9-4AA1-444B-A848-F29AA35D7775}" presName="vertSpace2b" presStyleCnt="0"/>
      <dgm:spPr/>
    </dgm:pt>
    <dgm:pt modelId="{5AC9F1EA-FFEC-9C4E-9772-52AF25B6FA0E}" type="pres">
      <dgm:prSet presAssocID="{EF7E7D7A-2957-D24D-9B24-9EE2EF85E9A8}" presName="thickLine" presStyleLbl="alignNode1" presStyleIdx="1" presStyleCnt="3"/>
      <dgm:spPr/>
    </dgm:pt>
    <dgm:pt modelId="{C9ECCBC4-B4E1-8C47-92C9-C00F95726CC9}" type="pres">
      <dgm:prSet presAssocID="{EF7E7D7A-2957-D24D-9B24-9EE2EF85E9A8}" presName="horz1" presStyleCnt="0"/>
      <dgm:spPr/>
    </dgm:pt>
    <dgm:pt modelId="{663987B8-7C42-8843-BC13-81F3603DF70B}" type="pres">
      <dgm:prSet presAssocID="{EF7E7D7A-2957-D24D-9B24-9EE2EF85E9A8}" presName="tx1" presStyleLbl="revTx" presStyleIdx="2" presStyleCnt="6"/>
      <dgm:spPr/>
    </dgm:pt>
    <dgm:pt modelId="{FDB4570C-4A97-8344-88E3-8AB60F1408CA}" type="pres">
      <dgm:prSet presAssocID="{EF7E7D7A-2957-D24D-9B24-9EE2EF85E9A8}" presName="vert1" presStyleCnt="0"/>
      <dgm:spPr/>
    </dgm:pt>
    <dgm:pt modelId="{39981F0B-C851-824E-9C53-241BBB2B73B9}" type="pres">
      <dgm:prSet presAssocID="{35E37A8E-37A9-7543-A0BF-209178B17C8A}" presName="vertSpace2a" presStyleCnt="0"/>
      <dgm:spPr/>
    </dgm:pt>
    <dgm:pt modelId="{2F55EED7-7B8E-1948-95ED-57679BC02DDA}" type="pres">
      <dgm:prSet presAssocID="{35E37A8E-37A9-7543-A0BF-209178B17C8A}" presName="horz2" presStyleCnt="0"/>
      <dgm:spPr/>
    </dgm:pt>
    <dgm:pt modelId="{C56F708A-2331-7748-BAE3-D3F1B1BE12CA}" type="pres">
      <dgm:prSet presAssocID="{35E37A8E-37A9-7543-A0BF-209178B17C8A}" presName="horzSpace2" presStyleCnt="0"/>
      <dgm:spPr/>
    </dgm:pt>
    <dgm:pt modelId="{8807FEF3-CCB9-9A4D-A50E-857105DC4722}" type="pres">
      <dgm:prSet presAssocID="{35E37A8E-37A9-7543-A0BF-209178B17C8A}" presName="tx2" presStyleLbl="revTx" presStyleIdx="3" presStyleCnt="6"/>
      <dgm:spPr/>
    </dgm:pt>
    <dgm:pt modelId="{B10B5588-7B19-3444-8DCD-3BF0D3C35086}" type="pres">
      <dgm:prSet presAssocID="{35E37A8E-37A9-7543-A0BF-209178B17C8A}" presName="vert2" presStyleCnt="0"/>
      <dgm:spPr/>
    </dgm:pt>
    <dgm:pt modelId="{BDCBD36D-9EE9-CB45-9756-B0E282C8FC45}" type="pres">
      <dgm:prSet presAssocID="{35E37A8E-37A9-7543-A0BF-209178B17C8A}" presName="thinLine2b" presStyleLbl="callout" presStyleIdx="1" presStyleCnt="3"/>
      <dgm:spPr/>
    </dgm:pt>
    <dgm:pt modelId="{58DF34D9-161B-E549-889A-5CB32E70A888}" type="pres">
      <dgm:prSet presAssocID="{35E37A8E-37A9-7543-A0BF-209178B17C8A}" presName="vertSpace2b" presStyleCnt="0"/>
      <dgm:spPr/>
    </dgm:pt>
    <dgm:pt modelId="{DD0F5909-53E5-674D-AA96-09D6722EE7BF}" type="pres">
      <dgm:prSet presAssocID="{CEC6EC65-5BE6-2D4D-B008-CC11A316135F}" presName="thickLine" presStyleLbl="alignNode1" presStyleIdx="2" presStyleCnt="3"/>
      <dgm:spPr/>
    </dgm:pt>
    <dgm:pt modelId="{37A18D49-2C0F-FC49-953E-7202BFCF6867}" type="pres">
      <dgm:prSet presAssocID="{CEC6EC65-5BE6-2D4D-B008-CC11A316135F}" presName="horz1" presStyleCnt="0"/>
      <dgm:spPr/>
    </dgm:pt>
    <dgm:pt modelId="{19CDBE2D-6649-0D4E-95EA-14B077B84A4D}" type="pres">
      <dgm:prSet presAssocID="{CEC6EC65-5BE6-2D4D-B008-CC11A316135F}" presName="tx1" presStyleLbl="revTx" presStyleIdx="4" presStyleCnt="6"/>
      <dgm:spPr/>
    </dgm:pt>
    <dgm:pt modelId="{DAEB66DF-DE6E-5144-84A3-3A976D88D691}" type="pres">
      <dgm:prSet presAssocID="{CEC6EC65-5BE6-2D4D-B008-CC11A316135F}" presName="vert1" presStyleCnt="0"/>
      <dgm:spPr/>
    </dgm:pt>
    <dgm:pt modelId="{0E030AC4-916C-BF45-BE86-BA042275D1D2}" type="pres">
      <dgm:prSet presAssocID="{24BB5F15-8B77-0B4C-BC0D-949BD1FACBB7}" presName="vertSpace2a" presStyleCnt="0"/>
      <dgm:spPr/>
    </dgm:pt>
    <dgm:pt modelId="{229C36A8-1229-F24D-8AFC-8F24E23CE7E1}" type="pres">
      <dgm:prSet presAssocID="{24BB5F15-8B77-0B4C-BC0D-949BD1FACBB7}" presName="horz2" presStyleCnt="0"/>
      <dgm:spPr/>
    </dgm:pt>
    <dgm:pt modelId="{92B0D7B9-46EE-8F46-B301-4F154800202A}" type="pres">
      <dgm:prSet presAssocID="{24BB5F15-8B77-0B4C-BC0D-949BD1FACBB7}" presName="horzSpace2" presStyleCnt="0"/>
      <dgm:spPr/>
    </dgm:pt>
    <dgm:pt modelId="{CD051919-E0C1-0B40-85B0-B5E73E49FB0F}" type="pres">
      <dgm:prSet presAssocID="{24BB5F15-8B77-0B4C-BC0D-949BD1FACBB7}" presName="tx2" presStyleLbl="revTx" presStyleIdx="5" presStyleCnt="6"/>
      <dgm:spPr/>
    </dgm:pt>
    <dgm:pt modelId="{51B984C4-A436-9C4C-A054-739D69728462}" type="pres">
      <dgm:prSet presAssocID="{24BB5F15-8B77-0B4C-BC0D-949BD1FACBB7}" presName="vert2" presStyleCnt="0"/>
      <dgm:spPr/>
    </dgm:pt>
    <dgm:pt modelId="{E39E67D0-DFA8-BD4D-8DF3-58A924ADCFC0}" type="pres">
      <dgm:prSet presAssocID="{24BB5F15-8B77-0B4C-BC0D-949BD1FACBB7}" presName="thinLine2b" presStyleLbl="callout" presStyleIdx="2" presStyleCnt="3"/>
      <dgm:spPr/>
    </dgm:pt>
    <dgm:pt modelId="{642575AE-D6DC-F346-A4A9-D49A06A21B45}" type="pres">
      <dgm:prSet presAssocID="{24BB5F15-8B77-0B4C-BC0D-949BD1FACBB7}" presName="vertSpace2b" presStyleCnt="0"/>
      <dgm:spPr/>
    </dgm:pt>
  </dgm:ptLst>
  <dgm:cxnLst>
    <dgm:cxn modelId="{CA17053B-F4C2-B34F-9D8A-13D304C93FA3}" type="presOf" srcId="{35E37A8E-37A9-7543-A0BF-209178B17C8A}" destId="{8807FEF3-CCB9-9A4D-A50E-857105DC4722}" srcOrd="0" destOrd="0" presId="urn:microsoft.com/office/officeart/2008/layout/LinedList"/>
    <dgm:cxn modelId="{D87DB54C-9F53-B045-887E-CE7736D96D7C}" srcId="{28269434-F3D3-864F-87B1-7140DC5F2126}" destId="{FA77006C-CB5E-2840-9AFF-18AEBFEA0CAA}" srcOrd="0" destOrd="0" parTransId="{3138D29F-E3A4-D344-B9B5-0E2EDF121DCB}" sibTransId="{83D80E6C-FE07-4A4E-A52F-DEDE059135F6}"/>
    <dgm:cxn modelId="{37B94558-6105-6F40-B12B-A0444F6B95D8}" type="presOf" srcId="{D7AD62A9-4AA1-444B-A848-F29AA35D7775}" destId="{29D0AB34-293A-C740-851B-A03E1480E2D2}" srcOrd="0" destOrd="0" presId="urn:microsoft.com/office/officeart/2008/layout/LinedList"/>
    <dgm:cxn modelId="{524AA45C-2F95-5744-8F59-655CAA90383E}" type="presOf" srcId="{28269434-F3D3-864F-87B1-7140DC5F2126}" destId="{83847B57-A673-0241-844D-08435C78F19A}" srcOrd="0" destOrd="0" presId="urn:microsoft.com/office/officeart/2008/layout/LinedList"/>
    <dgm:cxn modelId="{CE9CEB5C-502E-B045-8FD6-2F530B26CF8A}" srcId="{FA77006C-CB5E-2840-9AFF-18AEBFEA0CAA}" destId="{D7AD62A9-4AA1-444B-A848-F29AA35D7775}" srcOrd="0" destOrd="0" parTransId="{C4F2BFF2-2C86-9443-8C5F-8F4B9CE762B9}" sibTransId="{6C500C2D-811F-B448-AF34-854B6E057B0B}"/>
    <dgm:cxn modelId="{47495C62-A7D4-934D-A136-237EE57B6462}" type="presOf" srcId="{24BB5F15-8B77-0B4C-BC0D-949BD1FACBB7}" destId="{CD051919-E0C1-0B40-85B0-B5E73E49FB0F}" srcOrd="0" destOrd="0" presId="urn:microsoft.com/office/officeart/2008/layout/LinedList"/>
    <dgm:cxn modelId="{EFAFF06C-9435-ED44-B487-2392E3086B44}" srcId="{28269434-F3D3-864F-87B1-7140DC5F2126}" destId="{CEC6EC65-5BE6-2D4D-B008-CC11A316135F}" srcOrd="2" destOrd="0" parTransId="{D009764E-1E47-5246-8D8C-445D39E22953}" sibTransId="{C5EB80F8-0505-C548-8A9D-5A34B202AE4E}"/>
    <dgm:cxn modelId="{3998CA8C-837A-C54B-957E-7222306376C1}" type="presOf" srcId="{CEC6EC65-5BE6-2D4D-B008-CC11A316135F}" destId="{19CDBE2D-6649-0D4E-95EA-14B077B84A4D}" srcOrd="0" destOrd="0" presId="urn:microsoft.com/office/officeart/2008/layout/LinedList"/>
    <dgm:cxn modelId="{8C228A94-E409-0F49-A24B-D1A1921E3C62}" srcId="{CEC6EC65-5BE6-2D4D-B008-CC11A316135F}" destId="{24BB5F15-8B77-0B4C-BC0D-949BD1FACBB7}" srcOrd="0" destOrd="0" parTransId="{6371682C-85F7-4B47-90B9-E9FD68CD4D43}" sibTransId="{E79E4D9A-9B10-194D-9168-21F0C05BA0DA}"/>
    <dgm:cxn modelId="{306423B4-D44B-E04B-9A49-A9CBD64020E8}" type="presOf" srcId="{FA77006C-CB5E-2840-9AFF-18AEBFEA0CAA}" destId="{1BF04469-8378-6F4F-B902-EEEFDDB30DCE}" srcOrd="0" destOrd="0" presId="urn:microsoft.com/office/officeart/2008/layout/LinedList"/>
    <dgm:cxn modelId="{7A5994B5-4E70-9048-B20F-B2BC4A57D3B0}" srcId="{EF7E7D7A-2957-D24D-9B24-9EE2EF85E9A8}" destId="{35E37A8E-37A9-7543-A0BF-209178B17C8A}" srcOrd="0" destOrd="0" parTransId="{221FFE15-E355-6C4C-B54B-64A021311ECC}" sibTransId="{4861F5D1-636E-DB4E-A8A7-0D6D58330449}"/>
    <dgm:cxn modelId="{90DD55DF-442E-DD43-9DEE-F6454F7DE5E7}" srcId="{28269434-F3D3-864F-87B1-7140DC5F2126}" destId="{EF7E7D7A-2957-D24D-9B24-9EE2EF85E9A8}" srcOrd="1" destOrd="0" parTransId="{3461B15E-A987-D541-B4A8-80F67ADD5DE6}" sibTransId="{0D79F71B-5FE9-BE47-A7BE-A558BDD0A1D5}"/>
    <dgm:cxn modelId="{56FD33E2-FE61-FB44-A08E-1D64160D9165}" type="presOf" srcId="{EF7E7D7A-2957-D24D-9B24-9EE2EF85E9A8}" destId="{663987B8-7C42-8843-BC13-81F3603DF70B}" srcOrd="0" destOrd="0" presId="urn:microsoft.com/office/officeart/2008/layout/LinedList"/>
    <dgm:cxn modelId="{24E657A0-E3E7-3145-AA20-3B9E48183EFB}" type="presParOf" srcId="{83847B57-A673-0241-844D-08435C78F19A}" destId="{A1411061-9867-424A-98A3-1F1F237B9ADA}" srcOrd="0" destOrd="0" presId="urn:microsoft.com/office/officeart/2008/layout/LinedList"/>
    <dgm:cxn modelId="{EB8D395B-7E15-1249-8E32-0EB28FBF3E43}" type="presParOf" srcId="{83847B57-A673-0241-844D-08435C78F19A}" destId="{8B0712C4-016D-5A42-9211-2D762A98A8E6}" srcOrd="1" destOrd="0" presId="urn:microsoft.com/office/officeart/2008/layout/LinedList"/>
    <dgm:cxn modelId="{FC7C5166-CCBA-9548-A957-E9CAC3884663}" type="presParOf" srcId="{8B0712C4-016D-5A42-9211-2D762A98A8E6}" destId="{1BF04469-8378-6F4F-B902-EEEFDDB30DCE}" srcOrd="0" destOrd="0" presId="urn:microsoft.com/office/officeart/2008/layout/LinedList"/>
    <dgm:cxn modelId="{039FA974-0BD7-A94B-B300-29A86668AFEE}" type="presParOf" srcId="{8B0712C4-016D-5A42-9211-2D762A98A8E6}" destId="{3A90CD6E-F77F-7E48-BFE6-9F654DD1E23A}" srcOrd="1" destOrd="0" presId="urn:microsoft.com/office/officeart/2008/layout/LinedList"/>
    <dgm:cxn modelId="{A1D146AB-7276-254C-820B-28F692C84F04}" type="presParOf" srcId="{3A90CD6E-F77F-7E48-BFE6-9F654DD1E23A}" destId="{F8389981-8E8F-6343-9AD8-5DD4987B181F}" srcOrd="0" destOrd="0" presId="urn:microsoft.com/office/officeart/2008/layout/LinedList"/>
    <dgm:cxn modelId="{1B623C5A-F4B7-E94D-B95E-EB0B342EF231}" type="presParOf" srcId="{3A90CD6E-F77F-7E48-BFE6-9F654DD1E23A}" destId="{32BFA64D-2DC6-E949-8A58-1704779068E5}" srcOrd="1" destOrd="0" presId="urn:microsoft.com/office/officeart/2008/layout/LinedList"/>
    <dgm:cxn modelId="{41547F96-356D-8141-8A2E-BA84672A6355}" type="presParOf" srcId="{32BFA64D-2DC6-E949-8A58-1704779068E5}" destId="{C3B61F04-7C50-F843-B401-6D748F083462}" srcOrd="0" destOrd="0" presId="urn:microsoft.com/office/officeart/2008/layout/LinedList"/>
    <dgm:cxn modelId="{CFB72288-68A1-0447-8065-C54D4B9BC2EB}" type="presParOf" srcId="{32BFA64D-2DC6-E949-8A58-1704779068E5}" destId="{29D0AB34-293A-C740-851B-A03E1480E2D2}" srcOrd="1" destOrd="0" presId="urn:microsoft.com/office/officeart/2008/layout/LinedList"/>
    <dgm:cxn modelId="{1A23635A-152E-0A46-BD7A-4D3DA62376BC}" type="presParOf" srcId="{32BFA64D-2DC6-E949-8A58-1704779068E5}" destId="{3A09E17B-6E4A-024D-9A74-33B6E92E38B1}" srcOrd="2" destOrd="0" presId="urn:microsoft.com/office/officeart/2008/layout/LinedList"/>
    <dgm:cxn modelId="{DB9008B1-2E16-0C45-951B-65CDCEE0652D}" type="presParOf" srcId="{3A90CD6E-F77F-7E48-BFE6-9F654DD1E23A}" destId="{15E21A0C-9DE1-914A-88A4-E53E6094FC16}" srcOrd="2" destOrd="0" presId="urn:microsoft.com/office/officeart/2008/layout/LinedList"/>
    <dgm:cxn modelId="{D5E232E7-4245-0C40-8C9A-B48DC646C9CF}" type="presParOf" srcId="{3A90CD6E-F77F-7E48-BFE6-9F654DD1E23A}" destId="{6BFDB6E0-9C89-8E4A-BE02-3D4704F82CE5}" srcOrd="3" destOrd="0" presId="urn:microsoft.com/office/officeart/2008/layout/LinedList"/>
    <dgm:cxn modelId="{75D7029C-344D-D448-81B7-E11AF3315557}" type="presParOf" srcId="{83847B57-A673-0241-844D-08435C78F19A}" destId="{5AC9F1EA-FFEC-9C4E-9772-52AF25B6FA0E}" srcOrd="2" destOrd="0" presId="urn:microsoft.com/office/officeart/2008/layout/LinedList"/>
    <dgm:cxn modelId="{F440370B-FB5A-7A4D-8CA6-A3FE04555D6C}" type="presParOf" srcId="{83847B57-A673-0241-844D-08435C78F19A}" destId="{C9ECCBC4-B4E1-8C47-92C9-C00F95726CC9}" srcOrd="3" destOrd="0" presId="urn:microsoft.com/office/officeart/2008/layout/LinedList"/>
    <dgm:cxn modelId="{E4786740-8F61-8144-8A8E-7556BF2CC068}" type="presParOf" srcId="{C9ECCBC4-B4E1-8C47-92C9-C00F95726CC9}" destId="{663987B8-7C42-8843-BC13-81F3603DF70B}" srcOrd="0" destOrd="0" presId="urn:microsoft.com/office/officeart/2008/layout/LinedList"/>
    <dgm:cxn modelId="{623EF0CE-610B-3444-93BA-9635A55BFEB2}" type="presParOf" srcId="{C9ECCBC4-B4E1-8C47-92C9-C00F95726CC9}" destId="{FDB4570C-4A97-8344-88E3-8AB60F1408CA}" srcOrd="1" destOrd="0" presId="urn:microsoft.com/office/officeart/2008/layout/LinedList"/>
    <dgm:cxn modelId="{0B92DBE3-80D8-B241-ABC6-D8D1EF889257}" type="presParOf" srcId="{FDB4570C-4A97-8344-88E3-8AB60F1408CA}" destId="{39981F0B-C851-824E-9C53-241BBB2B73B9}" srcOrd="0" destOrd="0" presId="urn:microsoft.com/office/officeart/2008/layout/LinedList"/>
    <dgm:cxn modelId="{C573558F-8357-144D-8FB1-54A4FD02C731}" type="presParOf" srcId="{FDB4570C-4A97-8344-88E3-8AB60F1408CA}" destId="{2F55EED7-7B8E-1948-95ED-57679BC02DDA}" srcOrd="1" destOrd="0" presId="urn:microsoft.com/office/officeart/2008/layout/LinedList"/>
    <dgm:cxn modelId="{6EF33988-7A5C-3B4A-A737-2E3851025515}" type="presParOf" srcId="{2F55EED7-7B8E-1948-95ED-57679BC02DDA}" destId="{C56F708A-2331-7748-BAE3-D3F1B1BE12CA}" srcOrd="0" destOrd="0" presId="urn:microsoft.com/office/officeart/2008/layout/LinedList"/>
    <dgm:cxn modelId="{20003DDC-1E7C-DC40-8C15-77B41E332FFF}" type="presParOf" srcId="{2F55EED7-7B8E-1948-95ED-57679BC02DDA}" destId="{8807FEF3-CCB9-9A4D-A50E-857105DC4722}" srcOrd="1" destOrd="0" presId="urn:microsoft.com/office/officeart/2008/layout/LinedList"/>
    <dgm:cxn modelId="{51DE5D2D-804F-A143-8D6B-DBD8253E2184}" type="presParOf" srcId="{2F55EED7-7B8E-1948-95ED-57679BC02DDA}" destId="{B10B5588-7B19-3444-8DCD-3BF0D3C35086}" srcOrd="2" destOrd="0" presId="urn:microsoft.com/office/officeart/2008/layout/LinedList"/>
    <dgm:cxn modelId="{916FE6EF-4FAF-1146-9C17-235B1A97B6A0}" type="presParOf" srcId="{FDB4570C-4A97-8344-88E3-8AB60F1408CA}" destId="{BDCBD36D-9EE9-CB45-9756-B0E282C8FC45}" srcOrd="2" destOrd="0" presId="urn:microsoft.com/office/officeart/2008/layout/LinedList"/>
    <dgm:cxn modelId="{F243238C-69D3-8545-9FF8-640342E32CD5}" type="presParOf" srcId="{FDB4570C-4A97-8344-88E3-8AB60F1408CA}" destId="{58DF34D9-161B-E549-889A-5CB32E70A888}" srcOrd="3" destOrd="0" presId="urn:microsoft.com/office/officeart/2008/layout/LinedList"/>
    <dgm:cxn modelId="{825655C2-60F0-BE4F-95C8-BAF162D35FCA}" type="presParOf" srcId="{83847B57-A673-0241-844D-08435C78F19A}" destId="{DD0F5909-53E5-674D-AA96-09D6722EE7BF}" srcOrd="4" destOrd="0" presId="urn:microsoft.com/office/officeart/2008/layout/LinedList"/>
    <dgm:cxn modelId="{4E3EA3A3-6E74-B449-BBF7-561109C2E825}" type="presParOf" srcId="{83847B57-A673-0241-844D-08435C78F19A}" destId="{37A18D49-2C0F-FC49-953E-7202BFCF6867}" srcOrd="5" destOrd="0" presId="urn:microsoft.com/office/officeart/2008/layout/LinedList"/>
    <dgm:cxn modelId="{B75BC7FC-667A-C844-A5E9-64B222DA0CF7}" type="presParOf" srcId="{37A18D49-2C0F-FC49-953E-7202BFCF6867}" destId="{19CDBE2D-6649-0D4E-95EA-14B077B84A4D}" srcOrd="0" destOrd="0" presId="urn:microsoft.com/office/officeart/2008/layout/LinedList"/>
    <dgm:cxn modelId="{0F25D5BB-8330-AD43-90F6-629D4FF238B5}" type="presParOf" srcId="{37A18D49-2C0F-FC49-953E-7202BFCF6867}" destId="{DAEB66DF-DE6E-5144-84A3-3A976D88D691}" srcOrd="1" destOrd="0" presId="urn:microsoft.com/office/officeart/2008/layout/LinedList"/>
    <dgm:cxn modelId="{0C84D60A-580A-224D-A8C8-6F37D4D1558E}" type="presParOf" srcId="{DAEB66DF-DE6E-5144-84A3-3A976D88D691}" destId="{0E030AC4-916C-BF45-BE86-BA042275D1D2}" srcOrd="0" destOrd="0" presId="urn:microsoft.com/office/officeart/2008/layout/LinedList"/>
    <dgm:cxn modelId="{126C57C8-8CD1-D04A-AF5E-4E1AA91EB18E}" type="presParOf" srcId="{DAEB66DF-DE6E-5144-84A3-3A976D88D691}" destId="{229C36A8-1229-F24D-8AFC-8F24E23CE7E1}" srcOrd="1" destOrd="0" presId="urn:microsoft.com/office/officeart/2008/layout/LinedList"/>
    <dgm:cxn modelId="{42AE92F9-2419-304E-B6F0-C96B8A43AB65}" type="presParOf" srcId="{229C36A8-1229-F24D-8AFC-8F24E23CE7E1}" destId="{92B0D7B9-46EE-8F46-B301-4F154800202A}" srcOrd="0" destOrd="0" presId="urn:microsoft.com/office/officeart/2008/layout/LinedList"/>
    <dgm:cxn modelId="{DC815035-8BC8-7A42-BA69-E518AC1E3CA9}" type="presParOf" srcId="{229C36A8-1229-F24D-8AFC-8F24E23CE7E1}" destId="{CD051919-E0C1-0B40-85B0-B5E73E49FB0F}" srcOrd="1" destOrd="0" presId="urn:microsoft.com/office/officeart/2008/layout/LinedList"/>
    <dgm:cxn modelId="{A12A2E9A-3E00-0447-80BC-753221283D08}" type="presParOf" srcId="{229C36A8-1229-F24D-8AFC-8F24E23CE7E1}" destId="{51B984C4-A436-9C4C-A054-739D69728462}" srcOrd="2" destOrd="0" presId="urn:microsoft.com/office/officeart/2008/layout/LinedList"/>
    <dgm:cxn modelId="{AFBDBE4A-BB04-B24A-9528-44EC7B266E86}" type="presParOf" srcId="{DAEB66DF-DE6E-5144-84A3-3A976D88D691}" destId="{E39E67D0-DFA8-BD4D-8DF3-58A924ADCFC0}" srcOrd="2" destOrd="0" presId="urn:microsoft.com/office/officeart/2008/layout/LinedList"/>
    <dgm:cxn modelId="{BE5B9A37-433D-F244-9441-DEA6C7310868}" type="presParOf" srcId="{DAEB66DF-DE6E-5144-84A3-3A976D88D691}" destId="{642575AE-D6DC-F346-A4A9-D49A06A21B45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07DE13-245A-4E91-AEE4-1B1BAB4FD90F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CBA33B5-BF6E-4EA0-B6CB-620EAA775F3B}">
      <dgm:prSet/>
      <dgm:spPr/>
      <dgm:t>
        <a:bodyPr/>
        <a:lstStyle/>
        <a:p>
          <a:r>
            <a:rPr lang="fr-FR"/>
            <a:t>Utilisation de R et Rstudio</a:t>
          </a:r>
          <a:endParaRPr lang="en-US"/>
        </a:p>
      </dgm:t>
    </dgm:pt>
    <dgm:pt modelId="{D7F40AE2-A7DE-4CB3-90B2-5B43060B9A67}" type="parTrans" cxnId="{A6550268-7834-43D4-8BA2-DF21602BB45A}">
      <dgm:prSet/>
      <dgm:spPr/>
      <dgm:t>
        <a:bodyPr/>
        <a:lstStyle/>
        <a:p>
          <a:endParaRPr lang="en-US"/>
        </a:p>
      </dgm:t>
    </dgm:pt>
    <dgm:pt modelId="{212A8019-9B8D-4D22-85E5-FDDC5990D2CA}" type="sibTrans" cxnId="{A6550268-7834-43D4-8BA2-DF21602BB45A}">
      <dgm:prSet/>
      <dgm:spPr/>
      <dgm:t>
        <a:bodyPr/>
        <a:lstStyle/>
        <a:p>
          <a:endParaRPr lang="en-US"/>
        </a:p>
      </dgm:t>
    </dgm:pt>
    <dgm:pt modelId="{816B468E-0EA2-4C50-81C4-E40AF7292FCE}">
      <dgm:prSet/>
      <dgm:spPr/>
      <dgm:t>
        <a:bodyPr/>
        <a:lstStyle/>
        <a:p>
          <a:r>
            <a:rPr lang="fr-FR"/>
            <a:t>Import et exploration des fichiers</a:t>
          </a:r>
          <a:endParaRPr lang="en-US"/>
        </a:p>
      </dgm:t>
    </dgm:pt>
    <dgm:pt modelId="{BBCB304B-7F29-4D33-BBC7-95FCF763B456}" type="parTrans" cxnId="{0C1DEC44-0B2E-4523-88B5-7DF0502373F0}">
      <dgm:prSet/>
      <dgm:spPr/>
      <dgm:t>
        <a:bodyPr/>
        <a:lstStyle/>
        <a:p>
          <a:endParaRPr lang="en-US"/>
        </a:p>
      </dgm:t>
    </dgm:pt>
    <dgm:pt modelId="{3EB23CAD-E699-4AB9-9530-B2D6C3DD2E9E}" type="sibTrans" cxnId="{0C1DEC44-0B2E-4523-88B5-7DF0502373F0}">
      <dgm:prSet/>
      <dgm:spPr/>
      <dgm:t>
        <a:bodyPr/>
        <a:lstStyle/>
        <a:p>
          <a:endParaRPr lang="en-US"/>
        </a:p>
      </dgm:t>
    </dgm:pt>
    <dgm:pt modelId="{948398AA-E119-42B1-BDA5-DD4F7AF51912}">
      <dgm:prSet/>
      <dgm:spPr/>
      <dgm:t>
        <a:bodyPr/>
        <a:lstStyle/>
        <a:p>
          <a:r>
            <a:rPr lang="fr-FR"/>
            <a:t>Standardisation et normalisation des données (date, ajout de colonnes pour l’analyse, suppression de lignes vides…)</a:t>
          </a:r>
          <a:endParaRPr lang="en-US"/>
        </a:p>
      </dgm:t>
    </dgm:pt>
    <dgm:pt modelId="{6B6ADBF4-7123-480D-ABA6-B7B76B41E360}" type="parTrans" cxnId="{3976E99D-4D59-488A-8D49-62ABF55242FC}">
      <dgm:prSet/>
      <dgm:spPr/>
      <dgm:t>
        <a:bodyPr/>
        <a:lstStyle/>
        <a:p>
          <a:endParaRPr lang="en-US"/>
        </a:p>
      </dgm:t>
    </dgm:pt>
    <dgm:pt modelId="{A17A6F44-D2A6-4846-80B6-C76B380BB006}" type="sibTrans" cxnId="{3976E99D-4D59-488A-8D49-62ABF55242FC}">
      <dgm:prSet/>
      <dgm:spPr/>
      <dgm:t>
        <a:bodyPr/>
        <a:lstStyle/>
        <a:p>
          <a:endParaRPr lang="en-US"/>
        </a:p>
      </dgm:t>
    </dgm:pt>
    <dgm:pt modelId="{129E1F51-5432-4C6F-9B47-105F24551413}">
      <dgm:prSet/>
      <dgm:spPr/>
      <dgm:t>
        <a:bodyPr/>
        <a:lstStyle/>
        <a:p>
          <a:r>
            <a:rPr lang="fr-FR"/>
            <a:t>Fusion des données dans un fichier unique</a:t>
          </a:r>
          <a:endParaRPr lang="en-US"/>
        </a:p>
      </dgm:t>
    </dgm:pt>
    <dgm:pt modelId="{B3E5F8F0-36D2-4A86-ADAF-ED136FDE04D6}" type="parTrans" cxnId="{915A1325-96B8-4261-BAA2-2C1367CFFD53}">
      <dgm:prSet/>
      <dgm:spPr/>
      <dgm:t>
        <a:bodyPr/>
        <a:lstStyle/>
        <a:p>
          <a:endParaRPr lang="en-US"/>
        </a:p>
      </dgm:t>
    </dgm:pt>
    <dgm:pt modelId="{96BA56D4-86D3-4DFF-96DE-EC6F9CA304EC}" type="sibTrans" cxnId="{915A1325-96B8-4261-BAA2-2C1367CFFD53}">
      <dgm:prSet/>
      <dgm:spPr/>
      <dgm:t>
        <a:bodyPr/>
        <a:lstStyle/>
        <a:p>
          <a:endParaRPr lang="en-US"/>
        </a:p>
      </dgm:t>
    </dgm:pt>
    <dgm:pt modelId="{CB6B44E7-37AB-4428-910A-080391A23793}">
      <dgm:prSet/>
      <dgm:spPr/>
      <dgm:t>
        <a:bodyPr/>
        <a:lstStyle/>
        <a:p>
          <a:r>
            <a:rPr lang="fr-FR"/>
            <a:t>Analyse</a:t>
          </a:r>
          <a:endParaRPr lang="en-US"/>
        </a:p>
      </dgm:t>
    </dgm:pt>
    <dgm:pt modelId="{F7C5FE6D-5FD3-4185-8FC4-225359683326}" type="parTrans" cxnId="{C00F5E9B-2001-4736-AF94-B7E2194C7D89}">
      <dgm:prSet/>
      <dgm:spPr/>
      <dgm:t>
        <a:bodyPr/>
        <a:lstStyle/>
        <a:p>
          <a:endParaRPr lang="en-US"/>
        </a:p>
      </dgm:t>
    </dgm:pt>
    <dgm:pt modelId="{EEECEE22-2312-4EE9-A2EB-542D98174CEC}" type="sibTrans" cxnId="{C00F5E9B-2001-4736-AF94-B7E2194C7D89}">
      <dgm:prSet/>
      <dgm:spPr/>
      <dgm:t>
        <a:bodyPr/>
        <a:lstStyle/>
        <a:p>
          <a:endParaRPr lang="en-US"/>
        </a:p>
      </dgm:t>
    </dgm:pt>
    <dgm:pt modelId="{B951126D-9295-294F-A47F-FC4C7EBE92FE}" type="pres">
      <dgm:prSet presAssocID="{3C07DE13-245A-4E91-AEE4-1B1BAB4FD90F}" presName="vert0" presStyleCnt="0">
        <dgm:presLayoutVars>
          <dgm:dir/>
          <dgm:animOne val="branch"/>
          <dgm:animLvl val="lvl"/>
        </dgm:presLayoutVars>
      </dgm:prSet>
      <dgm:spPr/>
    </dgm:pt>
    <dgm:pt modelId="{85617B2A-2943-8D45-9569-6525C2701F11}" type="pres">
      <dgm:prSet presAssocID="{5CBA33B5-BF6E-4EA0-B6CB-620EAA775F3B}" presName="thickLine" presStyleLbl="alignNode1" presStyleIdx="0" presStyleCnt="5"/>
      <dgm:spPr/>
    </dgm:pt>
    <dgm:pt modelId="{671A2D1F-F824-9A4D-8C2D-B920E3AB10F6}" type="pres">
      <dgm:prSet presAssocID="{5CBA33B5-BF6E-4EA0-B6CB-620EAA775F3B}" presName="horz1" presStyleCnt="0"/>
      <dgm:spPr/>
    </dgm:pt>
    <dgm:pt modelId="{40388FEA-3E5B-AB46-BD1B-55663206CAA1}" type="pres">
      <dgm:prSet presAssocID="{5CBA33B5-BF6E-4EA0-B6CB-620EAA775F3B}" presName="tx1" presStyleLbl="revTx" presStyleIdx="0" presStyleCnt="5"/>
      <dgm:spPr/>
    </dgm:pt>
    <dgm:pt modelId="{1B00A999-324A-6E40-B33B-A78DD90F0D16}" type="pres">
      <dgm:prSet presAssocID="{5CBA33B5-BF6E-4EA0-B6CB-620EAA775F3B}" presName="vert1" presStyleCnt="0"/>
      <dgm:spPr/>
    </dgm:pt>
    <dgm:pt modelId="{DE45369C-0F86-EA4B-AE12-0DE8A9985185}" type="pres">
      <dgm:prSet presAssocID="{816B468E-0EA2-4C50-81C4-E40AF7292FCE}" presName="thickLine" presStyleLbl="alignNode1" presStyleIdx="1" presStyleCnt="5"/>
      <dgm:spPr/>
    </dgm:pt>
    <dgm:pt modelId="{8A3E8B94-DBCC-A84C-884A-D0A260F3B27A}" type="pres">
      <dgm:prSet presAssocID="{816B468E-0EA2-4C50-81C4-E40AF7292FCE}" presName="horz1" presStyleCnt="0"/>
      <dgm:spPr/>
    </dgm:pt>
    <dgm:pt modelId="{842BEFB6-2B13-4A47-B0D0-6A12786B5DFD}" type="pres">
      <dgm:prSet presAssocID="{816B468E-0EA2-4C50-81C4-E40AF7292FCE}" presName="tx1" presStyleLbl="revTx" presStyleIdx="1" presStyleCnt="5"/>
      <dgm:spPr/>
    </dgm:pt>
    <dgm:pt modelId="{8025124B-26BF-A64C-A80F-A9D40A72F618}" type="pres">
      <dgm:prSet presAssocID="{816B468E-0EA2-4C50-81C4-E40AF7292FCE}" presName="vert1" presStyleCnt="0"/>
      <dgm:spPr/>
    </dgm:pt>
    <dgm:pt modelId="{2E326F54-C27D-4F4E-839F-F499579A373F}" type="pres">
      <dgm:prSet presAssocID="{948398AA-E119-42B1-BDA5-DD4F7AF51912}" presName="thickLine" presStyleLbl="alignNode1" presStyleIdx="2" presStyleCnt="5"/>
      <dgm:spPr/>
    </dgm:pt>
    <dgm:pt modelId="{FC8E5009-D355-D94D-B4D2-3768B961C5DA}" type="pres">
      <dgm:prSet presAssocID="{948398AA-E119-42B1-BDA5-DD4F7AF51912}" presName="horz1" presStyleCnt="0"/>
      <dgm:spPr/>
    </dgm:pt>
    <dgm:pt modelId="{2ADCF641-09A6-0B4E-A781-452E36E65F0B}" type="pres">
      <dgm:prSet presAssocID="{948398AA-E119-42B1-BDA5-DD4F7AF51912}" presName="tx1" presStyleLbl="revTx" presStyleIdx="2" presStyleCnt="5"/>
      <dgm:spPr/>
    </dgm:pt>
    <dgm:pt modelId="{F74782CE-1828-DF4E-8D5B-906E178DA4F7}" type="pres">
      <dgm:prSet presAssocID="{948398AA-E119-42B1-BDA5-DD4F7AF51912}" presName="vert1" presStyleCnt="0"/>
      <dgm:spPr/>
    </dgm:pt>
    <dgm:pt modelId="{24CF7DD1-A93E-8B4F-B151-7748E490A8BB}" type="pres">
      <dgm:prSet presAssocID="{129E1F51-5432-4C6F-9B47-105F24551413}" presName="thickLine" presStyleLbl="alignNode1" presStyleIdx="3" presStyleCnt="5"/>
      <dgm:spPr/>
    </dgm:pt>
    <dgm:pt modelId="{CE1FED75-7C7E-0848-99C8-EB7E7106DB1E}" type="pres">
      <dgm:prSet presAssocID="{129E1F51-5432-4C6F-9B47-105F24551413}" presName="horz1" presStyleCnt="0"/>
      <dgm:spPr/>
    </dgm:pt>
    <dgm:pt modelId="{7F0E9891-5D55-8343-AE91-18F93C525E26}" type="pres">
      <dgm:prSet presAssocID="{129E1F51-5432-4C6F-9B47-105F24551413}" presName="tx1" presStyleLbl="revTx" presStyleIdx="3" presStyleCnt="5"/>
      <dgm:spPr/>
    </dgm:pt>
    <dgm:pt modelId="{DBA052B1-8259-C04E-91B7-B9F20C20D3E8}" type="pres">
      <dgm:prSet presAssocID="{129E1F51-5432-4C6F-9B47-105F24551413}" presName="vert1" presStyleCnt="0"/>
      <dgm:spPr/>
    </dgm:pt>
    <dgm:pt modelId="{6C1D020F-8E53-D74F-8F69-0CA160E8D04D}" type="pres">
      <dgm:prSet presAssocID="{CB6B44E7-37AB-4428-910A-080391A23793}" presName="thickLine" presStyleLbl="alignNode1" presStyleIdx="4" presStyleCnt="5"/>
      <dgm:spPr/>
    </dgm:pt>
    <dgm:pt modelId="{6444226C-59AE-9141-9075-26F86BD23884}" type="pres">
      <dgm:prSet presAssocID="{CB6B44E7-37AB-4428-910A-080391A23793}" presName="horz1" presStyleCnt="0"/>
      <dgm:spPr/>
    </dgm:pt>
    <dgm:pt modelId="{E894CC04-F873-4D43-8BD2-7CD75CE9B24F}" type="pres">
      <dgm:prSet presAssocID="{CB6B44E7-37AB-4428-910A-080391A23793}" presName="tx1" presStyleLbl="revTx" presStyleIdx="4" presStyleCnt="5"/>
      <dgm:spPr/>
    </dgm:pt>
    <dgm:pt modelId="{EFB1FD49-23E5-6E4B-B34E-42C47F34A9E9}" type="pres">
      <dgm:prSet presAssocID="{CB6B44E7-37AB-4428-910A-080391A23793}" presName="vert1" presStyleCnt="0"/>
      <dgm:spPr/>
    </dgm:pt>
  </dgm:ptLst>
  <dgm:cxnLst>
    <dgm:cxn modelId="{1D637407-27B2-6343-ADC2-6EBAD91AEDDA}" type="presOf" srcId="{3C07DE13-245A-4E91-AEE4-1B1BAB4FD90F}" destId="{B951126D-9295-294F-A47F-FC4C7EBE92FE}" srcOrd="0" destOrd="0" presId="urn:microsoft.com/office/officeart/2008/layout/LinedList"/>
    <dgm:cxn modelId="{CBCD5C19-2E12-464A-9C71-96BFBCCF0005}" type="presOf" srcId="{129E1F51-5432-4C6F-9B47-105F24551413}" destId="{7F0E9891-5D55-8343-AE91-18F93C525E26}" srcOrd="0" destOrd="0" presId="urn:microsoft.com/office/officeart/2008/layout/LinedList"/>
    <dgm:cxn modelId="{915A1325-96B8-4261-BAA2-2C1367CFFD53}" srcId="{3C07DE13-245A-4E91-AEE4-1B1BAB4FD90F}" destId="{129E1F51-5432-4C6F-9B47-105F24551413}" srcOrd="3" destOrd="0" parTransId="{B3E5F8F0-36D2-4A86-ADAF-ED136FDE04D6}" sibTransId="{96BA56D4-86D3-4DFF-96DE-EC6F9CA304EC}"/>
    <dgm:cxn modelId="{0C1DEC44-0B2E-4523-88B5-7DF0502373F0}" srcId="{3C07DE13-245A-4E91-AEE4-1B1BAB4FD90F}" destId="{816B468E-0EA2-4C50-81C4-E40AF7292FCE}" srcOrd="1" destOrd="0" parTransId="{BBCB304B-7F29-4D33-BBC7-95FCF763B456}" sibTransId="{3EB23CAD-E699-4AB9-9530-B2D6C3DD2E9E}"/>
    <dgm:cxn modelId="{A6550268-7834-43D4-8BA2-DF21602BB45A}" srcId="{3C07DE13-245A-4E91-AEE4-1B1BAB4FD90F}" destId="{5CBA33B5-BF6E-4EA0-B6CB-620EAA775F3B}" srcOrd="0" destOrd="0" parTransId="{D7F40AE2-A7DE-4CB3-90B2-5B43060B9A67}" sibTransId="{212A8019-9B8D-4D22-85E5-FDDC5990D2CA}"/>
    <dgm:cxn modelId="{F597256D-A427-444C-A5C8-D1D467F726C2}" type="presOf" srcId="{948398AA-E119-42B1-BDA5-DD4F7AF51912}" destId="{2ADCF641-09A6-0B4E-A781-452E36E65F0B}" srcOrd="0" destOrd="0" presId="urn:microsoft.com/office/officeart/2008/layout/LinedList"/>
    <dgm:cxn modelId="{2F67527A-BDD4-4D4F-9D11-6AF15854CA2A}" type="presOf" srcId="{816B468E-0EA2-4C50-81C4-E40AF7292FCE}" destId="{842BEFB6-2B13-4A47-B0D0-6A12786B5DFD}" srcOrd="0" destOrd="0" presId="urn:microsoft.com/office/officeart/2008/layout/LinedList"/>
    <dgm:cxn modelId="{78A31C94-ED56-794D-9F9D-64F883ED9735}" type="presOf" srcId="{CB6B44E7-37AB-4428-910A-080391A23793}" destId="{E894CC04-F873-4D43-8BD2-7CD75CE9B24F}" srcOrd="0" destOrd="0" presId="urn:microsoft.com/office/officeart/2008/layout/LinedList"/>
    <dgm:cxn modelId="{C00F5E9B-2001-4736-AF94-B7E2194C7D89}" srcId="{3C07DE13-245A-4E91-AEE4-1B1BAB4FD90F}" destId="{CB6B44E7-37AB-4428-910A-080391A23793}" srcOrd="4" destOrd="0" parTransId="{F7C5FE6D-5FD3-4185-8FC4-225359683326}" sibTransId="{EEECEE22-2312-4EE9-A2EB-542D98174CEC}"/>
    <dgm:cxn modelId="{3976E99D-4D59-488A-8D49-62ABF55242FC}" srcId="{3C07DE13-245A-4E91-AEE4-1B1BAB4FD90F}" destId="{948398AA-E119-42B1-BDA5-DD4F7AF51912}" srcOrd="2" destOrd="0" parTransId="{6B6ADBF4-7123-480D-ABA6-B7B76B41E360}" sibTransId="{A17A6F44-D2A6-4846-80B6-C76B380BB006}"/>
    <dgm:cxn modelId="{5773D0D5-62F5-C540-996E-78D68DAE088E}" type="presOf" srcId="{5CBA33B5-BF6E-4EA0-B6CB-620EAA775F3B}" destId="{40388FEA-3E5B-AB46-BD1B-55663206CAA1}" srcOrd="0" destOrd="0" presId="urn:microsoft.com/office/officeart/2008/layout/LinedList"/>
    <dgm:cxn modelId="{5F682A21-A0C4-A94B-AAD4-580DEC3A7B6D}" type="presParOf" srcId="{B951126D-9295-294F-A47F-FC4C7EBE92FE}" destId="{85617B2A-2943-8D45-9569-6525C2701F11}" srcOrd="0" destOrd="0" presId="urn:microsoft.com/office/officeart/2008/layout/LinedList"/>
    <dgm:cxn modelId="{2A80CB2B-E0EA-A949-B278-50B9979FF771}" type="presParOf" srcId="{B951126D-9295-294F-A47F-FC4C7EBE92FE}" destId="{671A2D1F-F824-9A4D-8C2D-B920E3AB10F6}" srcOrd="1" destOrd="0" presId="urn:microsoft.com/office/officeart/2008/layout/LinedList"/>
    <dgm:cxn modelId="{A3515B23-4FD4-104C-8455-35E8A93B815F}" type="presParOf" srcId="{671A2D1F-F824-9A4D-8C2D-B920E3AB10F6}" destId="{40388FEA-3E5B-AB46-BD1B-55663206CAA1}" srcOrd="0" destOrd="0" presId="urn:microsoft.com/office/officeart/2008/layout/LinedList"/>
    <dgm:cxn modelId="{622C7E65-C5F8-A74C-A3CC-0169C8F285A4}" type="presParOf" srcId="{671A2D1F-F824-9A4D-8C2D-B920E3AB10F6}" destId="{1B00A999-324A-6E40-B33B-A78DD90F0D16}" srcOrd="1" destOrd="0" presId="urn:microsoft.com/office/officeart/2008/layout/LinedList"/>
    <dgm:cxn modelId="{D7753FB5-5856-6B43-B07E-B47CA8D25872}" type="presParOf" srcId="{B951126D-9295-294F-A47F-FC4C7EBE92FE}" destId="{DE45369C-0F86-EA4B-AE12-0DE8A9985185}" srcOrd="2" destOrd="0" presId="urn:microsoft.com/office/officeart/2008/layout/LinedList"/>
    <dgm:cxn modelId="{1B8344C5-AB11-B149-BA6D-C41509553E5E}" type="presParOf" srcId="{B951126D-9295-294F-A47F-FC4C7EBE92FE}" destId="{8A3E8B94-DBCC-A84C-884A-D0A260F3B27A}" srcOrd="3" destOrd="0" presId="urn:microsoft.com/office/officeart/2008/layout/LinedList"/>
    <dgm:cxn modelId="{55509178-D732-734D-9F80-56DC5EDBE962}" type="presParOf" srcId="{8A3E8B94-DBCC-A84C-884A-D0A260F3B27A}" destId="{842BEFB6-2B13-4A47-B0D0-6A12786B5DFD}" srcOrd="0" destOrd="0" presId="urn:microsoft.com/office/officeart/2008/layout/LinedList"/>
    <dgm:cxn modelId="{EE7556F5-E6E0-7C45-A6BB-6931FC1A1A99}" type="presParOf" srcId="{8A3E8B94-DBCC-A84C-884A-D0A260F3B27A}" destId="{8025124B-26BF-A64C-A80F-A9D40A72F618}" srcOrd="1" destOrd="0" presId="urn:microsoft.com/office/officeart/2008/layout/LinedList"/>
    <dgm:cxn modelId="{23B50395-D79C-7442-B92D-FA99409B68B7}" type="presParOf" srcId="{B951126D-9295-294F-A47F-FC4C7EBE92FE}" destId="{2E326F54-C27D-4F4E-839F-F499579A373F}" srcOrd="4" destOrd="0" presId="urn:microsoft.com/office/officeart/2008/layout/LinedList"/>
    <dgm:cxn modelId="{3771F5EA-E464-D745-88A2-6A28D0E23DD9}" type="presParOf" srcId="{B951126D-9295-294F-A47F-FC4C7EBE92FE}" destId="{FC8E5009-D355-D94D-B4D2-3768B961C5DA}" srcOrd="5" destOrd="0" presId="urn:microsoft.com/office/officeart/2008/layout/LinedList"/>
    <dgm:cxn modelId="{94FD8E29-F0DA-514F-AC76-6B7A7BA044F4}" type="presParOf" srcId="{FC8E5009-D355-D94D-B4D2-3768B961C5DA}" destId="{2ADCF641-09A6-0B4E-A781-452E36E65F0B}" srcOrd="0" destOrd="0" presId="urn:microsoft.com/office/officeart/2008/layout/LinedList"/>
    <dgm:cxn modelId="{752E9166-203F-1247-A540-F3168B3A4BFF}" type="presParOf" srcId="{FC8E5009-D355-D94D-B4D2-3768B961C5DA}" destId="{F74782CE-1828-DF4E-8D5B-906E178DA4F7}" srcOrd="1" destOrd="0" presId="urn:microsoft.com/office/officeart/2008/layout/LinedList"/>
    <dgm:cxn modelId="{762503D6-C197-4840-A9E0-6B38EA34D056}" type="presParOf" srcId="{B951126D-9295-294F-A47F-FC4C7EBE92FE}" destId="{24CF7DD1-A93E-8B4F-B151-7748E490A8BB}" srcOrd="6" destOrd="0" presId="urn:microsoft.com/office/officeart/2008/layout/LinedList"/>
    <dgm:cxn modelId="{5ACD2B2B-6865-604D-99EE-B31F7731B6E0}" type="presParOf" srcId="{B951126D-9295-294F-A47F-FC4C7EBE92FE}" destId="{CE1FED75-7C7E-0848-99C8-EB7E7106DB1E}" srcOrd="7" destOrd="0" presId="urn:microsoft.com/office/officeart/2008/layout/LinedList"/>
    <dgm:cxn modelId="{12A1181B-1D31-ED40-AEF3-9386147E19B1}" type="presParOf" srcId="{CE1FED75-7C7E-0848-99C8-EB7E7106DB1E}" destId="{7F0E9891-5D55-8343-AE91-18F93C525E26}" srcOrd="0" destOrd="0" presId="urn:microsoft.com/office/officeart/2008/layout/LinedList"/>
    <dgm:cxn modelId="{89A00748-5B4B-2B49-BD74-A24D7D13A2F1}" type="presParOf" srcId="{CE1FED75-7C7E-0848-99C8-EB7E7106DB1E}" destId="{DBA052B1-8259-C04E-91B7-B9F20C20D3E8}" srcOrd="1" destOrd="0" presId="urn:microsoft.com/office/officeart/2008/layout/LinedList"/>
    <dgm:cxn modelId="{D81A7D98-EF15-8D4B-A302-4ED3CAA7EC6E}" type="presParOf" srcId="{B951126D-9295-294F-A47F-FC4C7EBE92FE}" destId="{6C1D020F-8E53-D74F-8F69-0CA160E8D04D}" srcOrd="8" destOrd="0" presId="urn:microsoft.com/office/officeart/2008/layout/LinedList"/>
    <dgm:cxn modelId="{8F05C351-796B-7243-A44D-A4A0489DD77E}" type="presParOf" srcId="{B951126D-9295-294F-A47F-FC4C7EBE92FE}" destId="{6444226C-59AE-9141-9075-26F86BD23884}" srcOrd="9" destOrd="0" presId="urn:microsoft.com/office/officeart/2008/layout/LinedList"/>
    <dgm:cxn modelId="{07BCD83C-8E73-6746-99CE-27FCC9DD5B12}" type="presParOf" srcId="{6444226C-59AE-9141-9075-26F86BD23884}" destId="{E894CC04-F873-4D43-8BD2-7CD75CE9B24F}" srcOrd="0" destOrd="0" presId="urn:microsoft.com/office/officeart/2008/layout/LinedList"/>
    <dgm:cxn modelId="{4A8D4CBE-4F24-BA46-A3EE-4F6178BEE4B4}" type="presParOf" srcId="{6444226C-59AE-9141-9075-26F86BD23884}" destId="{EFB1FD49-23E5-6E4B-B34E-42C47F34A9E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8F4876-4E89-2C4F-A04B-4E956BD41FD6}" type="doc">
      <dgm:prSet loTypeId="urn:microsoft.com/office/officeart/2008/layout/HorizontalMultiLevelHierarchy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CE2CDF3-A6FB-9D43-8907-11AD4D3DCC11}">
      <dgm:prSet phldrT="[Texte]"/>
      <dgm:spPr/>
      <dgm:t>
        <a:bodyPr/>
        <a:lstStyle/>
        <a:p>
          <a:r>
            <a:rPr lang="fr-FR" dirty="0"/>
            <a:t>Tops</a:t>
          </a:r>
        </a:p>
      </dgm:t>
    </dgm:pt>
    <dgm:pt modelId="{574E2AEC-6AE3-064E-8666-CC59BFB4BBB0}" type="parTrans" cxnId="{94CC1997-36CD-6445-A884-095230C71C49}">
      <dgm:prSet/>
      <dgm:spPr/>
      <dgm:t>
        <a:bodyPr/>
        <a:lstStyle/>
        <a:p>
          <a:endParaRPr lang="fr-FR"/>
        </a:p>
      </dgm:t>
    </dgm:pt>
    <dgm:pt modelId="{715EA360-ED3F-964B-A3D4-CC16D2116183}" type="sibTrans" cxnId="{94CC1997-36CD-6445-A884-095230C71C49}">
      <dgm:prSet/>
      <dgm:spPr/>
      <dgm:t>
        <a:bodyPr/>
        <a:lstStyle/>
        <a:p>
          <a:endParaRPr lang="fr-FR"/>
        </a:p>
      </dgm:t>
    </dgm:pt>
    <dgm:pt modelId="{5B51A447-11DC-4845-B63B-FBBD68D24990}">
      <dgm:prSet phldrT="[Texte]"/>
      <dgm:spPr/>
      <dgm:t>
        <a:bodyPr/>
        <a:lstStyle/>
        <a:p>
          <a:r>
            <a:rPr lang="fr-FR" dirty="0"/>
            <a:t>1_369, </a:t>
          </a:r>
          <a:r>
            <a:rPr lang="fr-FR" u="sng" dirty="0"/>
            <a:t>2</a:t>
          </a:r>
          <a:r>
            <a:rPr lang="fr-FR" dirty="0"/>
            <a:t>205 ventes, catégorie 1</a:t>
          </a:r>
        </a:p>
      </dgm:t>
    </dgm:pt>
    <dgm:pt modelId="{95E98C44-35FC-6E40-B566-E2ADF375CAAC}" type="parTrans" cxnId="{3DE123B4-0803-7149-8312-CE93F1E7D18D}">
      <dgm:prSet/>
      <dgm:spPr/>
      <dgm:t>
        <a:bodyPr/>
        <a:lstStyle/>
        <a:p>
          <a:endParaRPr lang="fr-FR"/>
        </a:p>
      </dgm:t>
    </dgm:pt>
    <dgm:pt modelId="{498CF39D-A832-D64D-90DF-79C1312B3F2C}" type="sibTrans" cxnId="{3DE123B4-0803-7149-8312-CE93F1E7D18D}">
      <dgm:prSet/>
      <dgm:spPr/>
      <dgm:t>
        <a:bodyPr/>
        <a:lstStyle/>
        <a:p>
          <a:endParaRPr lang="fr-FR"/>
        </a:p>
      </dgm:t>
    </dgm:pt>
    <dgm:pt modelId="{6A7D8176-79B7-604C-B07A-CF82034E198D}">
      <dgm:prSet phldrT="[Texte]"/>
      <dgm:spPr/>
      <dgm:t>
        <a:bodyPr/>
        <a:lstStyle/>
        <a:p>
          <a:r>
            <a:rPr lang="fr-FR" dirty="0"/>
            <a:t>1_417, </a:t>
          </a:r>
          <a:r>
            <a:rPr lang="fr-FR" u="sng" dirty="0"/>
            <a:t>2</a:t>
          </a:r>
          <a:r>
            <a:rPr lang="fr-FR" dirty="0"/>
            <a:t>123 ventes, catégorie 1</a:t>
          </a:r>
        </a:p>
      </dgm:t>
    </dgm:pt>
    <dgm:pt modelId="{32FBA996-27DC-D54A-AF9A-6D4EA07BD006}" type="parTrans" cxnId="{84CC5A32-4B84-D446-AF5A-335C4AD18EE2}">
      <dgm:prSet/>
      <dgm:spPr/>
      <dgm:t>
        <a:bodyPr/>
        <a:lstStyle/>
        <a:p>
          <a:endParaRPr lang="fr-FR"/>
        </a:p>
      </dgm:t>
    </dgm:pt>
    <dgm:pt modelId="{8A6A9AD7-0030-C14D-B132-62EA481811C5}" type="sibTrans" cxnId="{84CC5A32-4B84-D446-AF5A-335C4AD18EE2}">
      <dgm:prSet/>
      <dgm:spPr/>
      <dgm:t>
        <a:bodyPr/>
        <a:lstStyle/>
        <a:p>
          <a:endParaRPr lang="fr-FR"/>
        </a:p>
      </dgm:t>
    </dgm:pt>
    <dgm:pt modelId="{7DB5D8ED-0536-C945-8AC0-EC5885C3C792}">
      <dgm:prSet phldrT="[Texte]"/>
      <dgm:spPr/>
      <dgm:t>
        <a:bodyPr/>
        <a:lstStyle/>
        <a:p>
          <a:r>
            <a:rPr lang="fr-FR" dirty="0"/>
            <a:t>1_414, </a:t>
          </a:r>
          <a:r>
            <a:rPr lang="fr-FR" u="sng" dirty="0"/>
            <a:t>2</a:t>
          </a:r>
          <a:r>
            <a:rPr lang="fr-FR" dirty="0"/>
            <a:t>114 ventes, catégorie 1</a:t>
          </a:r>
        </a:p>
      </dgm:t>
    </dgm:pt>
    <dgm:pt modelId="{E054E5E7-44C1-324D-A80E-7A5E9FCCD682}" type="parTrans" cxnId="{0E564540-B66E-0E46-B220-23CE0DE21B81}">
      <dgm:prSet/>
      <dgm:spPr/>
      <dgm:t>
        <a:bodyPr/>
        <a:lstStyle/>
        <a:p>
          <a:endParaRPr lang="fr-FR"/>
        </a:p>
      </dgm:t>
    </dgm:pt>
    <dgm:pt modelId="{C30C3440-2777-9F47-9607-551C1E04A26C}" type="sibTrans" cxnId="{0E564540-B66E-0E46-B220-23CE0DE21B81}">
      <dgm:prSet/>
      <dgm:spPr/>
      <dgm:t>
        <a:bodyPr/>
        <a:lstStyle/>
        <a:p>
          <a:endParaRPr lang="fr-FR"/>
        </a:p>
      </dgm:t>
    </dgm:pt>
    <dgm:pt modelId="{9E21852F-EEB2-F145-8BCB-1B1701515BF5}">
      <dgm:prSet phldrT="[Texte]"/>
      <dgm:spPr/>
      <dgm:t>
        <a:bodyPr/>
        <a:lstStyle/>
        <a:p>
          <a:r>
            <a:rPr lang="fr-FR" dirty="0"/>
            <a:t>1_403, </a:t>
          </a:r>
          <a:r>
            <a:rPr lang="fr-FR" u="sng" dirty="0"/>
            <a:t>1</a:t>
          </a:r>
          <a:r>
            <a:rPr lang="fr-FR" dirty="0"/>
            <a:t>874 ventes, catégorie 1</a:t>
          </a:r>
        </a:p>
      </dgm:t>
    </dgm:pt>
    <dgm:pt modelId="{512B66D4-4679-B54B-8CA6-80ED166C5B4B}" type="parTrans" cxnId="{3EAB7893-2152-E14B-AE3B-B205AD9508B5}">
      <dgm:prSet/>
      <dgm:spPr/>
      <dgm:t>
        <a:bodyPr/>
        <a:lstStyle/>
        <a:p>
          <a:endParaRPr lang="fr-FR"/>
        </a:p>
      </dgm:t>
    </dgm:pt>
    <dgm:pt modelId="{F4ABBF0D-7FEE-A849-AC6D-12AC96AE7687}" type="sibTrans" cxnId="{3EAB7893-2152-E14B-AE3B-B205AD9508B5}">
      <dgm:prSet/>
      <dgm:spPr/>
      <dgm:t>
        <a:bodyPr/>
        <a:lstStyle/>
        <a:p>
          <a:endParaRPr lang="fr-FR"/>
        </a:p>
      </dgm:t>
    </dgm:pt>
    <dgm:pt modelId="{162F730F-0BC7-CA4B-B253-67708D3AE0FA}">
      <dgm:prSet phldrT="[Texte]"/>
      <dgm:spPr/>
      <dgm:t>
        <a:bodyPr/>
        <a:lstStyle/>
        <a:p>
          <a:r>
            <a:rPr lang="fr-FR" dirty="0"/>
            <a:t>1_498, </a:t>
          </a:r>
          <a:r>
            <a:rPr lang="fr-FR" u="sng" dirty="0"/>
            <a:t>2</a:t>
          </a:r>
          <a:r>
            <a:rPr lang="fr-FR" dirty="0"/>
            <a:t>042 ventes, catégorie 1</a:t>
          </a:r>
        </a:p>
      </dgm:t>
    </dgm:pt>
    <dgm:pt modelId="{0025E3B3-2F36-E94B-80A9-04D75F6C0798}" type="parTrans" cxnId="{478267E0-923D-0D4D-A22E-2142BC1D880B}">
      <dgm:prSet/>
      <dgm:spPr/>
      <dgm:t>
        <a:bodyPr/>
        <a:lstStyle/>
        <a:p>
          <a:endParaRPr lang="fr-FR"/>
        </a:p>
      </dgm:t>
    </dgm:pt>
    <dgm:pt modelId="{9CAF4077-29FE-1B44-8C73-B2EECA0CBA43}" type="sibTrans" cxnId="{478267E0-923D-0D4D-A22E-2142BC1D880B}">
      <dgm:prSet/>
      <dgm:spPr/>
      <dgm:t>
        <a:bodyPr/>
        <a:lstStyle/>
        <a:p>
          <a:endParaRPr lang="fr-FR"/>
        </a:p>
      </dgm:t>
    </dgm:pt>
    <dgm:pt modelId="{1914BA5D-FEF2-D840-A119-B07174790B7B}">
      <dgm:prSet phldrT="[Texte]"/>
      <dgm:spPr/>
      <dgm:t>
        <a:bodyPr/>
        <a:lstStyle/>
        <a:p>
          <a:r>
            <a:rPr lang="fr-FR" dirty="0"/>
            <a:t>1_425, </a:t>
          </a:r>
          <a:r>
            <a:rPr lang="fr-FR" u="sng" dirty="0"/>
            <a:t>2</a:t>
          </a:r>
          <a:r>
            <a:rPr lang="fr-FR" dirty="0"/>
            <a:t>026 ventes, catégorie 1</a:t>
          </a:r>
        </a:p>
      </dgm:t>
    </dgm:pt>
    <dgm:pt modelId="{B6C59153-B742-ED4F-BE86-585E35DEAB9F}" type="parTrans" cxnId="{77A83932-5782-5648-BCE7-363531CDF6A6}">
      <dgm:prSet/>
      <dgm:spPr/>
      <dgm:t>
        <a:bodyPr/>
        <a:lstStyle/>
        <a:p>
          <a:endParaRPr lang="fr-FR"/>
        </a:p>
      </dgm:t>
    </dgm:pt>
    <dgm:pt modelId="{3F6B18FE-7735-AA4A-ACD3-DAF24D59BA38}" type="sibTrans" cxnId="{77A83932-5782-5648-BCE7-363531CDF6A6}">
      <dgm:prSet/>
      <dgm:spPr/>
      <dgm:t>
        <a:bodyPr/>
        <a:lstStyle/>
        <a:p>
          <a:endParaRPr lang="fr-FR"/>
        </a:p>
      </dgm:t>
    </dgm:pt>
    <dgm:pt modelId="{6699130F-E9F6-6948-B8F1-4B32272EE93A}">
      <dgm:prSet phldrT="[Texte]"/>
      <dgm:spPr/>
      <dgm:t>
        <a:bodyPr/>
        <a:lstStyle/>
        <a:p>
          <a:r>
            <a:rPr lang="fr-FR" dirty="0"/>
            <a:t>1_413, </a:t>
          </a:r>
          <a:r>
            <a:rPr lang="fr-FR" u="sng" dirty="0"/>
            <a:t>1</a:t>
          </a:r>
          <a:r>
            <a:rPr lang="fr-FR" dirty="0"/>
            <a:t>935 ventes, catégorie 1</a:t>
          </a:r>
        </a:p>
      </dgm:t>
    </dgm:pt>
    <dgm:pt modelId="{BED0E8DC-7D10-0747-BA79-56985BD9D9EA}" type="parTrans" cxnId="{B0A3C9E9-0B81-DD42-8263-B61B9F1A6F4A}">
      <dgm:prSet/>
      <dgm:spPr/>
      <dgm:t>
        <a:bodyPr/>
        <a:lstStyle/>
        <a:p>
          <a:endParaRPr lang="fr-FR"/>
        </a:p>
      </dgm:t>
    </dgm:pt>
    <dgm:pt modelId="{67F9507C-1D05-2743-A5E8-1CC93D3EAB25}" type="sibTrans" cxnId="{B0A3C9E9-0B81-DD42-8263-B61B9F1A6F4A}">
      <dgm:prSet/>
      <dgm:spPr/>
      <dgm:t>
        <a:bodyPr/>
        <a:lstStyle/>
        <a:p>
          <a:endParaRPr lang="fr-FR"/>
        </a:p>
      </dgm:t>
    </dgm:pt>
    <dgm:pt modelId="{11FBBFE5-598B-764E-BB3E-B9F7A72F2810}">
      <dgm:prSet phldrT="[Texte]"/>
      <dgm:spPr/>
      <dgm:t>
        <a:bodyPr/>
        <a:lstStyle/>
        <a:p>
          <a:r>
            <a:rPr lang="fr-FR" dirty="0"/>
            <a:t>1_412, </a:t>
          </a:r>
          <a:r>
            <a:rPr lang="fr-FR" u="sng" dirty="0"/>
            <a:t>1</a:t>
          </a:r>
          <a:r>
            <a:rPr lang="fr-FR" dirty="0"/>
            <a:t>915 ventes, catégorie 1</a:t>
          </a:r>
        </a:p>
      </dgm:t>
    </dgm:pt>
    <dgm:pt modelId="{D331E61F-400A-6640-8D67-401662B33A69}" type="parTrans" cxnId="{96D3902A-ECA3-0642-8F20-E5A86A476B0E}">
      <dgm:prSet/>
      <dgm:spPr/>
      <dgm:t>
        <a:bodyPr/>
        <a:lstStyle/>
        <a:p>
          <a:endParaRPr lang="fr-FR"/>
        </a:p>
      </dgm:t>
    </dgm:pt>
    <dgm:pt modelId="{8DF6551D-5B74-CD48-9C19-2B358B0D1C6E}" type="sibTrans" cxnId="{96D3902A-ECA3-0642-8F20-E5A86A476B0E}">
      <dgm:prSet/>
      <dgm:spPr/>
      <dgm:t>
        <a:bodyPr/>
        <a:lstStyle/>
        <a:p>
          <a:endParaRPr lang="fr-FR"/>
        </a:p>
      </dgm:t>
    </dgm:pt>
    <dgm:pt modelId="{040CAE5B-92AA-4F45-842C-B7555FE67064}">
      <dgm:prSet phldrT="[Texte]"/>
      <dgm:spPr/>
      <dgm:t>
        <a:bodyPr/>
        <a:lstStyle/>
        <a:p>
          <a:r>
            <a:rPr lang="fr-FR" dirty="0"/>
            <a:t>1_407, </a:t>
          </a:r>
          <a:r>
            <a:rPr lang="fr-FR" u="sng" dirty="0"/>
            <a:t>1</a:t>
          </a:r>
          <a:r>
            <a:rPr lang="fr-FR" dirty="0"/>
            <a:t>883 ventes, catégorie 1</a:t>
          </a:r>
        </a:p>
      </dgm:t>
    </dgm:pt>
    <dgm:pt modelId="{646182E6-B2C4-834E-8AE0-EABBCE191E26}" type="parTrans" cxnId="{3BED14DA-0214-774B-829D-9FF011CF4EB5}">
      <dgm:prSet/>
      <dgm:spPr/>
      <dgm:t>
        <a:bodyPr/>
        <a:lstStyle/>
        <a:p>
          <a:endParaRPr lang="fr-FR"/>
        </a:p>
      </dgm:t>
    </dgm:pt>
    <dgm:pt modelId="{EB8452FF-3468-514E-B911-15688C482F74}" type="sibTrans" cxnId="{3BED14DA-0214-774B-829D-9FF011CF4EB5}">
      <dgm:prSet/>
      <dgm:spPr/>
      <dgm:t>
        <a:bodyPr/>
        <a:lstStyle/>
        <a:p>
          <a:endParaRPr lang="fr-FR"/>
        </a:p>
      </dgm:t>
    </dgm:pt>
    <dgm:pt modelId="{03E89467-EE28-8641-8DC6-A32A1A1B4453}">
      <dgm:prSet phldrT="[Texte]"/>
      <dgm:spPr/>
      <dgm:t>
        <a:bodyPr/>
        <a:lstStyle/>
        <a:p>
          <a:r>
            <a:rPr lang="fr-FR" dirty="0"/>
            <a:t>1_396, </a:t>
          </a:r>
          <a:r>
            <a:rPr lang="fr-FR" u="sng" dirty="0"/>
            <a:t>1</a:t>
          </a:r>
          <a:r>
            <a:rPr lang="fr-FR" dirty="0"/>
            <a:t>875 ventes, catégorie 1</a:t>
          </a:r>
        </a:p>
      </dgm:t>
    </dgm:pt>
    <dgm:pt modelId="{3C3C60A5-8041-8743-8032-B6EC1766B30C}" type="parTrans" cxnId="{6428212A-2DE8-FD4B-AB6F-71E375E66F8A}">
      <dgm:prSet/>
      <dgm:spPr/>
      <dgm:t>
        <a:bodyPr/>
        <a:lstStyle/>
        <a:p>
          <a:endParaRPr lang="fr-FR"/>
        </a:p>
      </dgm:t>
    </dgm:pt>
    <dgm:pt modelId="{1DAB37B6-22D9-3D4A-867A-EE3343623DC3}" type="sibTrans" cxnId="{6428212A-2DE8-FD4B-AB6F-71E375E66F8A}">
      <dgm:prSet/>
      <dgm:spPr/>
      <dgm:t>
        <a:bodyPr/>
        <a:lstStyle/>
        <a:p>
          <a:endParaRPr lang="fr-FR"/>
        </a:p>
      </dgm:t>
    </dgm:pt>
    <dgm:pt modelId="{63567F18-15AA-2F48-B74E-8A35859F4D39}" type="pres">
      <dgm:prSet presAssocID="{FD8F4876-4E89-2C4F-A04B-4E956BD41FD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1E66F07-9B88-BE43-AF2D-7AB0BD262DF9}" type="pres">
      <dgm:prSet presAssocID="{1CE2CDF3-A6FB-9D43-8907-11AD4D3DCC11}" presName="root1" presStyleCnt="0"/>
      <dgm:spPr/>
    </dgm:pt>
    <dgm:pt modelId="{608FFE76-FA64-304A-AE38-2329C020A777}" type="pres">
      <dgm:prSet presAssocID="{1CE2CDF3-A6FB-9D43-8907-11AD4D3DCC11}" presName="LevelOneTextNode" presStyleLbl="node0" presStyleIdx="0" presStyleCnt="1" custScaleX="175696">
        <dgm:presLayoutVars>
          <dgm:chPref val="3"/>
        </dgm:presLayoutVars>
      </dgm:prSet>
      <dgm:spPr/>
    </dgm:pt>
    <dgm:pt modelId="{56CEB7A0-8725-0246-B691-C2E44FD640C4}" type="pres">
      <dgm:prSet presAssocID="{1CE2CDF3-A6FB-9D43-8907-11AD4D3DCC11}" presName="level2hierChild" presStyleCnt="0"/>
      <dgm:spPr/>
    </dgm:pt>
    <dgm:pt modelId="{E99A286B-6F92-D04A-A78F-3E1F446B8769}" type="pres">
      <dgm:prSet presAssocID="{95E98C44-35FC-6E40-B566-E2ADF375CAAC}" presName="conn2-1" presStyleLbl="parChTrans1D2" presStyleIdx="0" presStyleCnt="10"/>
      <dgm:spPr/>
    </dgm:pt>
    <dgm:pt modelId="{ECA982A3-EE38-EF49-8C60-99A7D5A42D93}" type="pres">
      <dgm:prSet presAssocID="{95E98C44-35FC-6E40-B566-E2ADF375CAAC}" presName="connTx" presStyleLbl="parChTrans1D2" presStyleIdx="0" presStyleCnt="10"/>
      <dgm:spPr/>
    </dgm:pt>
    <dgm:pt modelId="{F43482A5-5C0F-4F47-BB9F-693A82505762}" type="pres">
      <dgm:prSet presAssocID="{5B51A447-11DC-4845-B63B-FBBD68D24990}" presName="root2" presStyleCnt="0"/>
      <dgm:spPr/>
    </dgm:pt>
    <dgm:pt modelId="{E031F4B8-6528-8844-BC11-980403B33A8C}" type="pres">
      <dgm:prSet presAssocID="{5B51A447-11DC-4845-B63B-FBBD68D24990}" presName="LevelTwoTextNode" presStyleLbl="node2" presStyleIdx="0" presStyleCnt="10" custScaleX="207817">
        <dgm:presLayoutVars>
          <dgm:chPref val="3"/>
        </dgm:presLayoutVars>
      </dgm:prSet>
      <dgm:spPr/>
    </dgm:pt>
    <dgm:pt modelId="{3F49E863-7D62-5946-BF6F-E079FF36A58E}" type="pres">
      <dgm:prSet presAssocID="{5B51A447-11DC-4845-B63B-FBBD68D24990}" presName="level3hierChild" presStyleCnt="0"/>
      <dgm:spPr/>
    </dgm:pt>
    <dgm:pt modelId="{97E4F8A9-156C-374E-9A9E-4FDCB4CBA7DB}" type="pres">
      <dgm:prSet presAssocID="{32FBA996-27DC-D54A-AF9A-6D4EA07BD006}" presName="conn2-1" presStyleLbl="parChTrans1D2" presStyleIdx="1" presStyleCnt="10"/>
      <dgm:spPr/>
    </dgm:pt>
    <dgm:pt modelId="{11EB3ED5-51D3-6741-9CEE-FFE280A589C5}" type="pres">
      <dgm:prSet presAssocID="{32FBA996-27DC-D54A-AF9A-6D4EA07BD006}" presName="connTx" presStyleLbl="parChTrans1D2" presStyleIdx="1" presStyleCnt="10"/>
      <dgm:spPr/>
    </dgm:pt>
    <dgm:pt modelId="{DF70B7C1-96BA-0843-AD57-9B44CE9343C7}" type="pres">
      <dgm:prSet presAssocID="{6A7D8176-79B7-604C-B07A-CF82034E198D}" presName="root2" presStyleCnt="0"/>
      <dgm:spPr/>
    </dgm:pt>
    <dgm:pt modelId="{ED967562-837A-EA4D-929D-F657062EFD64}" type="pres">
      <dgm:prSet presAssocID="{6A7D8176-79B7-604C-B07A-CF82034E198D}" presName="LevelTwoTextNode" presStyleLbl="node2" presStyleIdx="1" presStyleCnt="10" custScaleX="207817">
        <dgm:presLayoutVars>
          <dgm:chPref val="3"/>
        </dgm:presLayoutVars>
      </dgm:prSet>
      <dgm:spPr/>
    </dgm:pt>
    <dgm:pt modelId="{687B7F45-25D9-6646-BFA2-9C36C5AAF040}" type="pres">
      <dgm:prSet presAssocID="{6A7D8176-79B7-604C-B07A-CF82034E198D}" presName="level3hierChild" presStyleCnt="0"/>
      <dgm:spPr/>
    </dgm:pt>
    <dgm:pt modelId="{13D8E534-1BA0-C94A-B837-CECA5848458B}" type="pres">
      <dgm:prSet presAssocID="{E054E5E7-44C1-324D-A80E-7A5E9FCCD682}" presName="conn2-1" presStyleLbl="parChTrans1D2" presStyleIdx="2" presStyleCnt="10"/>
      <dgm:spPr/>
    </dgm:pt>
    <dgm:pt modelId="{F060BB73-F1BC-DD47-8E05-3ACB679DADFF}" type="pres">
      <dgm:prSet presAssocID="{E054E5E7-44C1-324D-A80E-7A5E9FCCD682}" presName="connTx" presStyleLbl="parChTrans1D2" presStyleIdx="2" presStyleCnt="10"/>
      <dgm:spPr/>
    </dgm:pt>
    <dgm:pt modelId="{FD3D2C9D-5D13-B147-8C1C-CC62DDC4BC5F}" type="pres">
      <dgm:prSet presAssocID="{7DB5D8ED-0536-C945-8AC0-EC5885C3C792}" presName="root2" presStyleCnt="0"/>
      <dgm:spPr/>
    </dgm:pt>
    <dgm:pt modelId="{B3EEB71E-4B93-0C46-A752-02109CA18318}" type="pres">
      <dgm:prSet presAssocID="{7DB5D8ED-0536-C945-8AC0-EC5885C3C792}" presName="LevelTwoTextNode" presStyleLbl="node2" presStyleIdx="2" presStyleCnt="10" custScaleX="207779">
        <dgm:presLayoutVars>
          <dgm:chPref val="3"/>
        </dgm:presLayoutVars>
      </dgm:prSet>
      <dgm:spPr/>
    </dgm:pt>
    <dgm:pt modelId="{26A2EB59-9A92-154C-8A68-8C53DAD1BF2A}" type="pres">
      <dgm:prSet presAssocID="{7DB5D8ED-0536-C945-8AC0-EC5885C3C792}" presName="level3hierChild" presStyleCnt="0"/>
      <dgm:spPr/>
    </dgm:pt>
    <dgm:pt modelId="{6BEE852D-DA71-714F-B51E-75DB97522F8C}" type="pres">
      <dgm:prSet presAssocID="{0025E3B3-2F36-E94B-80A9-04D75F6C0798}" presName="conn2-1" presStyleLbl="parChTrans1D2" presStyleIdx="3" presStyleCnt="10"/>
      <dgm:spPr/>
    </dgm:pt>
    <dgm:pt modelId="{99911180-0274-CE4A-942B-9F56F81CD62F}" type="pres">
      <dgm:prSet presAssocID="{0025E3B3-2F36-E94B-80A9-04D75F6C0798}" presName="connTx" presStyleLbl="parChTrans1D2" presStyleIdx="3" presStyleCnt="10"/>
      <dgm:spPr/>
    </dgm:pt>
    <dgm:pt modelId="{FD658E9D-11D6-4B48-90CB-476D6EAB7463}" type="pres">
      <dgm:prSet presAssocID="{162F730F-0BC7-CA4B-B253-67708D3AE0FA}" presName="root2" presStyleCnt="0"/>
      <dgm:spPr/>
    </dgm:pt>
    <dgm:pt modelId="{7CE7DDFC-EA18-7049-8FDF-4292E9CE9B47}" type="pres">
      <dgm:prSet presAssocID="{162F730F-0BC7-CA4B-B253-67708D3AE0FA}" presName="LevelTwoTextNode" presStyleLbl="node2" presStyleIdx="3" presStyleCnt="10" custScaleX="207779">
        <dgm:presLayoutVars>
          <dgm:chPref val="3"/>
        </dgm:presLayoutVars>
      </dgm:prSet>
      <dgm:spPr/>
    </dgm:pt>
    <dgm:pt modelId="{3253864F-07C9-3D4F-97DC-BC4FCC70E188}" type="pres">
      <dgm:prSet presAssocID="{162F730F-0BC7-CA4B-B253-67708D3AE0FA}" presName="level3hierChild" presStyleCnt="0"/>
      <dgm:spPr/>
    </dgm:pt>
    <dgm:pt modelId="{6511942A-4FD0-8143-AE55-7D69D53BE3F3}" type="pres">
      <dgm:prSet presAssocID="{B6C59153-B742-ED4F-BE86-585E35DEAB9F}" presName="conn2-1" presStyleLbl="parChTrans1D2" presStyleIdx="4" presStyleCnt="10"/>
      <dgm:spPr/>
    </dgm:pt>
    <dgm:pt modelId="{DE42B9DE-F16D-7849-94C9-F453634A0F73}" type="pres">
      <dgm:prSet presAssocID="{B6C59153-B742-ED4F-BE86-585E35DEAB9F}" presName="connTx" presStyleLbl="parChTrans1D2" presStyleIdx="4" presStyleCnt="10"/>
      <dgm:spPr/>
    </dgm:pt>
    <dgm:pt modelId="{FA6BEC5B-D9D1-9D43-84BE-616A7F92F1EB}" type="pres">
      <dgm:prSet presAssocID="{1914BA5D-FEF2-D840-A119-B07174790B7B}" presName="root2" presStyleCnt="0"/>
      <dgm:spPr/>
    </dgm:pt>
    <dgm:pt modelId="{F03E9F02-40C1-3D49-8D9D-53D7BCDFC475}" type="pres">
      <dgm:prSet presAssocID="{1914BA5D-FEF2-D840-A119-B07174790B7B}" presName="LevelTwoTextNode" presStyleLbl="node2" presStyleIdx="4" presStyleCnt="10" custScaleX="207779">
        <dgm:presLayoutVars>
          <dgm:chPref val="3"/>
        </dgm:presLayoutVars>
      </dgm:prSet>
      <dgm:spPr/>
    </dgm:pt>
    <dgm:pt modelId="{4709D8F2-9BDA-AA4D-8938-3742ED69139C}" type="pres">
      <dgm:prSet presAssocID="{1914BA5D-FEF2-D840-A119-B07174790B7B}" presName="level3hierChild" presStyleCnt="0"/>
      <dgm:spPr/>
    </dgm:pt>
    <dgm:pt modelId="{5BFDAC10-32FA-AD41-9FFE-5300458551C5}" type="pres">
      <dgm:prSet presAssocID="{BED0E8DC-7D10-0747-BA79-56985BD9D9EA}" presName="conn2-1" presStyleLbl="parChTrans1D2" presStyleIdx="5" presStyleCnt="10"/>
      <dgm:spPr/>
    </dgm:pt>
    <dgm:pt modelId="{0E9F72BC-4235-354F-852D-F7DBD083DFAB}" type="pres">
      <dgm:prSet presAssocID="{BED0E8DC-7D10-0747-BA79-56985BD9D9EA}" presName="connTx" presStyleLbl="parChTrans1D2" presStyleIdx="5" presStyleCnt="10"/>
      <dgm:spPr/>
    </dgm:pt>
    <dgm:pt modelId="{E9C8CE4F-6D57-1640-8DE3-CFFDFAC8F525}" type="pres">
      <dgm:prSet presAssocID="{6699130F-E9F6-6948-B8F1-4B32272EE93A}" presName="root2" presStyleCnt="0"/>
      <dgm:spPr/>
    </dgm:pt>
    <dgm:pt modelId="{030707EA-7378-5849-BB34-9B7F06253EF2}" type="pres">
      <dgm:prSet presAssocID="{6699130F-E9F6-6948-B8F1-4B32272EE93A}" presName="LevelTwoTextNode" presStyleLbl="node2" presStyleIdx="5" presStyleCnt="10" custScaleX="207779">
        <dgm:presLayoutVars>
          <dgm:chPref val="3"/>
        </dgm:presLayoutVars>
      </dgm:prSet>
      <dgm:spPr/>
    </dgm:pt>
    <dgm:pt modelId="{FD66FD1A-4F3F-164A-B05D-C044659844A2}" type="pres">
      <dgm:prSet presAssocID="{6699130F-E9F6-6948-B8F1-4B32272EE93A}" presName="level3hierChild" presStyleCnt="0"/>
      <dgm:spPr/>
    </dgm:pt>
    <dgm:pt modelId="{338F1ED0-4AB3-C642-BB5E-6961559A8184}" type="pres">
      <dgm:prSet presAssocID="{D331E61F-400A-6640-8D67-401662B33A69}" presName="conn2-1" presStyleLbl="parChTrans1D2" presStyleIdx="6" presStyleCnt="10"/>
      <dgm:spPr/>
    </dgm:pt>
    <dgm:pt modelId="{4C39BA5F-09C7-184C-A35C-CCFF6D84AA3D}" type="pres">
      <dgm:prSet presAssocID="{D331E61F-400A-6640-8D67-401662B33A69}" presName="connTx" presStyleLbl="parChTrans1D2" presStyleIdx="6" presStyleCnt="10"/>
      <dgm:spPr/>
    </dgm:pt>
    <dgm:pt modelId="{2F8AFB79-0447-784B-9B95-6E2652428846}" type="pres">
      <dgm:prSet presAssocID="{11FBBFE5-598B-764E-BB3E-B9F7A72F2810}" presName="root2" presStyleCnt="0"/>
      <dgm:spPr/>
    </dgm:pt>
    <dgm:pt modelId="{F1071F7C-7FDF-484B-945E-DC6AC1B40F4D}" type="pres">
      <dgm:prSet presAssocID="{11FBBFE5-598B-764E-BB3E-B9F7A72F2810}" presName="LevelTwoTextNode" presStyleLbl="node2" presStyleIdx="6" presStyleCnt="10" custScaleX="207779">
        <dgm:presLayoutVars>
          <dgm:chPref val="3"/>
        </dgm:presLayoutVars>
      </dgm:prSet>
      <dgm:spPr/>
    </dgm:pt>
    <dgm:pt modelId="{20E13A96-F39B-9945-9620-F2C8D889E944}" type="pres">
      <dgm:prSet presAssocID="{11FBBFE5-598B-764E-BB3E-B9F7A72F2810}" presName="level3hierChild" presStyleCnt="0"/>
      <dgm:spPr/>
    </dgm:pt>
    <dgm:pt modelId="{93375FEC-9590-7F46-8B54-71D3F7B09161}" type="pres">
      <dgm:prSet presAssocID="{646182E6-B2C4-834E-8AE0-EABBCE191E26}" presName="conn2-1" presStyleLbl="parChTrans1D2" presStyleIdx="7" presStyleCnt="10"/>
      <dgm:spPr/>
    </dgm:pt>
    <dgm:pt modelId="{123CF9F6-6F27-D442-A3C6-EB1F0C001138}" type="pres">
      <dgm:prSet presAssocID="{646182E6-B2C4-834E-8AE0-EABBCE191E26}" presName="connTx" presStyleLbl="parChTrans1D2" presStyleIdx="7" presStyleCnt="10"/>
      <dgm:spPr/>
    </dgm:pt>
    <dgm:pt modelId="{FAA730BE-71D4-4E46-A9D3-226D1C44AB91}" type="pres">
      <dgm:prSet presAssocID="{040CAE5B-92AA-4F45-842C-B7555FE67064}" presName="root2" presStyleCnt="0"/>
      <dgm:spPr/>
    </dgm:pt>
    <dgm:pt modelId="{A7EF2C74-7F29-9D4B-86B0-C46B9D5B5369}" type="pres">
      <dgm:prSet presAssocID="{040CAE5B-92AA-4F45-842C-B7555FE67064}" presName="LevelTwoTextNode" presStyleLbl="node2" presStyleIdx="7" presStyleCnt="10" custScaleX="207779">
        <dgm:presLayoutVars>
          <dgm:chPref val="3"/>
        </dgm:presLayoutVars>
      </dgm:prSet>
      <dgm:spPr/>
    </dgm:pt>
    <dgm:pt modelId="{54CEC745-E55B-3345-95D2-A0DFA33B2302}" type="pres">
      <dgm:prSet presAssocID="{040CAE5B-92AA-4F45-842C-B7555FE67064}" presName="level3hierChild" presStyleCnt="0"/>
      <dgm:spPr/>
    </dgm:pt>
    <dgm:pt modelId="{01A738DE-2EB8-494B-BA21-D63A5B899D0C}" type="pres">
      <dgm:prSet presAssocID="{3C3C60A5-8041-8743-8032-B6EC1766B30C}" presName="conn2-1" presStyleLbl="parChTrans1D2" presStyleIdx="8" presStyleCnt="10"/>
      <dgm:spPr/>
    </dgm:pt>
    <dgm:pt modelId="{8CC6979D-A40C-464D-B376-25076BDBEB10}" type="pres">
      <dgm:prSet presAssocID="{3C3C60A5-8041-8743-8032-B6EC1766B30C}" presName="connTx" presStyleLbl="parChTrans1D2" presStyleIdx="8" presStyleCnt="10"/>
      <dgm:spPr/>
    </dgm:pt>
    <dgm:pt modelId="{B330B99A-466E-FD41-9ABA-3AC4B28C47B1}" type="pres">
      <dgm:prSet presAssocID="{03E89467-EE28-8641-8DC6-A32A1A1B4453}" presName="root2" presStyleCnt="0"/>
      <dgm:spPr/>
    </dgm:pt>
    <dgm:pt modelId="{C27591B6-C86D-7A4B-BDAF-B933857D9025}" type="pres">
      <dgm:prSet presAssocID="{03E89467-EE28-8641-8DC6-A32A1A1B4453}" presName="LevelTwoTextNode" presStyleLbl="node2" presStyleIdx="8" presStyleCnt="10" custScaleX="207779">
        <dgm:presLayoutVars>
          <dgm:chPref val="3"/>
        </dgm:presLayoutVars>
      </dgm:prSet>
      <dgm:spPr/>
    </dgm:pt>
    <dgm:pt modelId="{67FB401D-71A1-6C43-9E19-B31F8FAF9440}" type="pres">
      <dgm:prSet presAssocID="{03E89467-EE28-8641-8DC6-A32A1A1B4453}" presName="level3hierChild" presStyleCnt="0"/>
      <dgm:spPr/>
    </dgm:pt>
    <dgm:pt modelId="{894762DD-7F8E-8B47-94BD-22E3208EF7B7}" type="pres">
      <dgm:prSet presAssocID="{512B66D4-4679-B54B-8CA6-80ED166C5B4B}" presName="conn2-1" presStyleLbl="parChTrans1D2" presStyleIdx="9" presStyleCnt="10"/>
      <dgm:spPr/>
    </dgm:pt>
    <dgm:pt modelId="{E7AC56F3-DB94-D445-BB57-46B5AE8EC2CC}" type="pres">
      <dgm:prSet presAssocID="{512B66D4-4679-B54B-8CA6-80ED166C5B4B}" presName="connTx" presStyleLbl="parChTrans1D2" presStyleIdx="9" presStyleCnt="10"/>
      <dgm:spPr/>
    </dgm:pt>
    <dgm:pt modelId="{15194494-52A6-E84B-AF5E-60AC1BCBEC69}" type="pres">
      <dgm:prSet presAssocID="{9E21852F-EEB2-F145-8BCB-1B1701515BF5}" presName="root2" presStyleCnt="0"/>
      <dgm:spPr/>
    </dgm:pt>
    <dgm:pt modelId="{9A53DB4F-E9FB-864A-A66C-943E91B3DD0A}" type="pres">
      <dgm:prSet presAssocID="{9E21852F-EEB2-F145-8BCB-1B1701515BF5}" presName="LevelTwoTextNode" presStyleLbl="node2" presStyleIdx="9" presStyleCnt="10" custScaleX="207779">
        <dgm:presLayoutVars>
          <dgm:chPref val="3"/>
        </dgm:presLayoutVars>
      </dgm:prSet>
      <dgm:spPr/>
    </dgm:pt>
    <dgm:pt modelId="{C3852FD2-EBBF-E648-B2D6-709CDEC1CB8B}" type="pres">
      <dgm:prSet presAssocID="{9E21852F-EEB2-F145-8BCB-1B1701515BF5}" presName="level3hierChild" presStyleCnt="0"/>
      <dgm:spPr/>
    </dgm:pt>
  </dgm:ptLst>
  <dgm:cxnLst>
    <dgm:cxn modelId="{336FB418-B121-A74C-9F16-043FD7859CBA}" type="presOf" srcId="{040CAE5B-92AA-4F45-842C-B7555FE67064}" destId="{A7EF2C74-7F29-9D4B-86B0-C46B9D5B5369}" srcOrd="0" destOrd="0" presId="urn:microsoft.com/office/officeart/2008/layout/HorizontalMultiLevelHierarchy"/>
    <dgm:cxn modelId="{4B75021C-79CF-DD4E-9A19-E15EAF90B6F2}" type="presOf" srcId="{646182E6-B2C4-834E-8AE0-EABBCE191E26}" destId="{123CF9F6-6F27-D442-A3C6-EB1F0C001138}" srcOrd="1" destOrd="0" presId="urn:microsoft.com/office/officeart/2008/layout/HorizontalMultiLevelHierarchy"/>
    <dgm:cxn modelId="{EAF64429-E0B4-8644-B5E6-19C9EC6CF0B5}" type="presOf" srcId="{03E89467-EE28-8641-8DC6-A32A1A1B4453}" destId="{C27591B6-C86D-7A4B-BDAF-B933857D9025}" srcOrd="0" destOrd="0" presId="urn:microsoft.com/office/officeart/2008/layout/HorizontalMultiLevelHierarchy"/>
    <dgm:cxn modelId="{6428212A-2DE8-FD4B-AB6F-71E375E66F8A}" srcId="{1CE2CDF3-A6FB-9D43-8907-11AD4D3DCC11}" destId="{03E89467-EE28-8641-8DC6-A32A1A1B4453}" srcOrd="8" destOrd="0" parTransId="{3C3C60A5-8041-8743-8032-B6EC1766B30C}" sibTransId="{1DAB37B6-22D9-3D4A-867A-EE3343623DC3}"/>
    <dgm:cxn modelId="{96D3902A-ECA3-0642-8F20-E5A86A476B0E}" srcId="{1CE2CDF3-A6FB-9D43-8907-11AD4D3DCC11}" destId="{11FBBFE5-598B-764E-BB3E-B9F7A72F2810}" srcOrd="6" destOrd="0" parTransId="{D331E61F-400A-6640-8D67-401662B33A69}" sibTransId="{8DF6551D-5B74-CD48-9C19-2B358B0D1C6E}"/>
    <dgm:cxn modelId="{ED2D3C31-D946-2644-ACB3-632F5473F524}" type="presOf" srcId="{FD8F4876-4E89-2C4F-A04B-4E956BD41FD6}" destId="{63567F18-15AA-2F48-B74E-8A35859F4D39}" srcOrd="0" destOrd="0" presId="urn:microsoft.com/office/officeart/2008/layout/HorizontalMultiLevelHierarchy"/>
    <dgm:cxn modelId="{77A83932-5782-5648-BCE7-363531CDF6A6}" srcId="{1CE2CDF3-A6FB-9D43-8907-11AD4D3DCC11}" destId="{1914BA5D-FEF2-D840-A119-B07174790B7B}" srcOrd="4" destOrd="0" parTransId="{B6C59153-B742-ED4F-BE86-585E35DEAB9F}" sibTransId="{3F6B18FE-7735-AA4A-ACD3-DAF24D59BA38}"/>
    <dgm:cxn modelId="{84CC5A32-4B84-D446-AF5A-335C4AD18EE2}" srcId="{1CE2CDF3-A6FB-9D43-8907-11AD4D3DCC11}" destId="{6A7D8176-79B7-604C-B07A-CF82034E198D}" srcOrd="1" destOrd="0" parTransId="{32FBA996-27DC-D54A-AF9A-6D4EA07BD006}" sibTransId="{8A6A9AD7-0030-C14D-B132-62EA481811C5}"/>
    <dgm:cxn modelId="{0DA74B39-6716-154F-917E-2FF539DB3F86}" type="presOf" srcId="{E054E5E7-44C1-324D-A80E-7A5E9FCCD682}" destId="{F060BB73-F1BC-DD47-8E05-3ACB679DADFF}" srcOrd="1" destOrd="0" presId="urn:microsoft.com/office/officeart/2008/layout/HorizontalMultiLevelHierarchy"/>
    <dgm:cxn modelId="{2877793E-7C5C-D946-B201-745E326E02C3}" type="presOf" srcId="{646182E6-B2C4-834E-8AE0-EABBCE191E26}" destId="{93375FEC-9590-7F46-8B54-71D3F7B09161}" srcOrd="0" destOrd="0" presId="urn:microsoft.com/office/officeart/2008/layout/HorizontalMultiLevelHierarchy"/>
    <dgm:cxn modelId="{0E564540-B66E-0E46-B220-23CE0DE21B81}" srcId="{1CE2CDF3-A6FB-9D43-8907-11AD4D3DCC11}" destId="{7DB5D8ED-0536-C945-8AC0-EC5885C3C792}" srcOrd="2" destOrd="0" parTransId="{E054E5E7-44C1-324D-A80E-7A5E9FCCD682}" sibTransId="{C30C3440-2777-9F47-9607-551C1E04A26C}"/>
    <dgm:cxn modelId="{458A7146-25C7-AD4F-8814-137325F47714}" type="presOf" srcId="{1914BA5D-FEF2-D840-A119-B07174790B7B}" destId="{F03E9F02-40C1-3D49-8D9D-53D7BCDFC475}" srcOrd="0" destOrd="0" presId="urn:microsoft.com/office/officeart/2008/layout/HorizontalMultiLevelHierarchy"/>
    <dgm:cxn modelId="{7C1EF247-E6C2-A941-81A5-F2717F5FE237}" type="presOf" srcId="{6699130F-E9F6-6948-B8F1-4B32272EE93A}" destId="{030707EA-7378-5849-BB34-9B7F06253EF2}" srcOrd="0" destOrd="0" presId="urn:microsoft.com/office/officeart/2008/layout/HorizontalMultiLevelHierarchy"/>
    <dgm:cxn modelId="{EB3C814A-0F7D-FA45-B10E-D0BE3E24CEDE}" type="presOf" srcId="{512B66D4-4679-B54B-8CA6-80ED166C5B4B}" destId="{E7AC56F3-DB94-D445-BB57-46B5AE8EC2CC}" srcOrd="1" destOrd="0" presId="urn:microsoft.com/office/officeart/2008/layout/HorizontalMultiLevelHierarchy"/>
    <dgm:cxn modelId="{D301494F-BCC6-9A4C-AC5D-A43EBF3D47F3}" type="presOf" srcId="{0025E3B3-2F36-E94B-80A9-04D75F6C0798}" destId="{6BEE852D-DA71-714F-B51E-75DB97522F8C}" srcOrd="0" destOrd="0" presId="urn:microsoft.com/office/officeart/2008/layout/HorizontalMultiLevelHierarchy"/>
    <dgm:cxn modelId="{AC20E25B-7093-A843-B677-D5DA840726B1}" type="presOf" srcId="{3C3C60A5-8041-8743-8032-B6EC1766B30C}" destId="{01A738DE-2EB8-494B-BA21-D63A5B899D0C}" srcOrd="0" destOrd="0" presId="urn:microsoft.com/office/officeart/2008/layout/HorizontalMultiLevelHierarchy"/>
    <dgm:cxn modelId="{1DE3875C-C8CD-B741-9F35-E8787B85F2D7}" type="presOf" srcId="{32FBA996-27DC-D54A-AF9A-6D4EA07BD006}" destId="{97E4F8A9-156C-374E-9A9E-4FDCB4CBA7DB}" srcOrd="0" destOrd="0" presId="urn:microsoft.com/office/officeart/2008/layout/HorizontalMultiLevelHierarchy"/>
    <dgm:cxn modelId="{39F4CB61-6F73-5A44-BF40-71BEDBB9F770}" type="presOf" srcId="{BED0E8DC-7D10-0747-BA79-56985BD9D9EA}" destId="{0E9F72BC-4235-354F-852D-F7DBD083DFAB}" srcOrd="1" destOrd="0" presId="urn:microsoft.com/office/officeart/2008/layout/HorizontalMultiLevelHierarchy"/>
    <dgm:cxn modelId="{F8AA916B-4CAA-BA4F-AEBF-B045CC21B970}" type="presOf" srcId="{B6C59153-B742-ED4F-BE86-585E35DEAB9F}" destId="{DE42B9DE-F16D-7849-94C9-F453634A0F73}" srcOrd="1" destOrd="0" presId="urn:microsoft.com/office/officeart/2008/layout/HorizontalMultiLevelHierarchy"/>
    <dgm:cxn modelId="{533E6476-27AA-4743-80B2-A183BBEFDE7D}" type="presOf" srcId="{E054E5E7-44C1-324D-A80E-7A5E9FCCD682}" destId="{13D8E534-1BA0-C94A-B837-CECA5848458B}" srcOrd="0" destOrd="0" presId="urn:microsoft.com/office/officeart/2008/layout/HorizontalMultiLevelHierarchy"/>
    <dgm:cxn modelId="{F04CD577-A62E-A449-9CC0-3A93896D5483}" type="presOf" srcId="{11FBBFE5-598B-764E-BB3E-B9F7A72F2810}" destId="{F1071F7C-7FDF-484B-945E-DC6AC1B40F4D}" srcOrd="0" destOrd="0" presId="urn:microsoft.com/office/officeart/2008/layout/HorizontalMultiLevelHierarchy"/>
    <dgm:cxn modelId="{9AA49A84-448F-2546-B9C0-E1F389818D45}" type="presOf" srcId="{512B66D4-4679-B54B-8CA6-80ED166C5B4B}" destId="{894762DD-7F8E-8B47-94BD-22E3208EF7B7}" srcOrd="0" destOrd="0" presId="urn:microsoft.com/office/officeart/2008/layout/HorizontalMultiLevelHierarchy"/>
    <dgm:cxn modelId="{613BD188-175E-534E-AD2F-0EA203AD8A1F}" type="presOf" srcId="{32FBA996-27DC-D54A-AF9A-6D4EA07BD006}" destId="{11EB3ED5-51D3-6741-9CEE-FFE280A589C5}" srcOrd="1" destOrd="0" presId="urn:microsoft.com/office/officeart/2008/layout/HorizontalMultiLevelHierarchy"/>
    <dgm:cxn modelId="{EA3A028B-1A86-694E-8DC8-49F2315E286F}" type="presOf" srcId="{D331E61F-400A-6640-8D67-401662B33A69}" destId="{338F1ED0-4AB3-C642-BB5E-6961559A8184}" srcOrd="0" destOrd="0" presId="urn:microsoft.com/office/officeart/2008/layout/HorizontalMultiLevelHierarchy"/>
    <dgm:cxn modelId="{3EAB7893-2152-E14B-AE3B-B205AD9508B5}" srcId="{1CE2CDF3-A6FB-9D43-8907-11AD4D3DCC11}" destId="{9E21852F-EEB2-F145-8BCB-1B1701515BF5}" srcOrd="9" destOrd="0" parTransId="{512B66D4-4679-B54B-8CA6-80ED166C5B4B}" sibTransId="{F4ABBF0D-7FEE-A849-AC6D-12AC96AE7687}"/>
    <dgm:cxn modelId="{94CC1997-36CD-6445-A884-095230C71C49}" srcId="{FD8F4876-4E89-2C4F-A04B-4E956BD41FD6}" destId="{1CE2CDF3-A6FB-9D43-8907-11AD4D3DCC11}" srcOrd="0" destOrd="0" parTransId="{574E2AEC-6AE3-064E-8666-CC59BFB4BBB0}" sibTransId="{715EA360-ED3F-964B-A3D4-CC16D2116183}"/>
    <dgm:cxn modelId="{C82E8C9C-E6CA-E745-AA64-EBA17FE0649B}" type="presOf" srcId="{95E98C44-35FC-6E40-B566-E2ADF375CAAC}" destId="{E99A286B-6F92-D04A-A78F-3E1F446B8769}" srcOrd="0" destOrd="0" presId="urn:microsoft.com/office/officeart/2008/layout/HorizontalMultiLevelHierarchy"/>
    <dgm:cxn modelId="{F32029AF-2C45-0149-A78E-E5B339EEFDA9}" type="presOf" srcId="{9E21852F-EEB2-F145-8BCB-1B1701515BF5}" destId="{9A53DB4F-E9FB-864A-A66C-943E91B3DD0A}" srcOrd="0" destOrd="0" presId="urn:microsoft.com/office/officeart/2008/layout/HorizontalMultiLevelHierarchy"/>
    <dgm:cxn modelId="{3DE123B4-0803-7149-8312-CE93F1E7D18D}" srcId="{1CE2CDF3-A6FB-9D43-8907-11AD4D3DCC11}" destId="{5B51A447-11DC-4845-B63B-FBBD68D24990}" srcOrd="0" destOrd="0" parTransId="{95E98C44-35FC-6E40-B566-E2ADF375CAAC}" sibTransId="{498CF39D-A832-D64D-90DF-79C1312B3F2C}"/>
    <dgm:cxn modelId="{FA7EAFCA-4A3B-F24D-BF40-25CB01D4DC04}" type="presOf" srcId="{6A7D8176-79B7-604C-B07A-CF82034E198D}" destId="{ED967562-837A-EA4D-929D-F657062EFD64}" srcOrd="0" destOrd="0" presId="urn:microsoft.com/office/officeart/2008/layout/HorizontalMultiLevelHierarchy"/>
    <dgm:cxn modelId="{589C61CB-4658-A94F-B433-EEC6A8C1AC45}" type="presOf" srcId="{7DB5D8ED-0536-C945-8AC0-EC5885C3C792}" destId="{B3EEB71E-4B93-0C46-A752-02109CA18318}" srcOrd="0" destOrd="0" presId="urn:microsoft.com/office/officeart/2008/layout/HorizontalMultiLevelHierarchy"/>
    <dgm:cxn modelId="{AE1C2DCE-0F5F-F64D-91A8-695BFAA0ECC7}" type="presOf" srcId="{162F730F-0BC7-CA4B-B253-67708D3AE0FA}" destId="{7CE7DDFC-EA18-7049-8FDF-4292E9CE9B47}" srcOrd="0" destOrd="0" presId="urn:microsoft.com/office/officeart/2008/layout/HorizontalMultiLevelHierarchy"/>
    <dgm:cxn modelId="{6A335ED4-20C3-F446-BD94-7FF0C989B3DF}" type="presOf" srcId="{95E98C44-35FC-6E40-B566-E2ADF375CAAC}" destId="{ECA982A3-EE38-EF49-8C60-99A7D5A42D93}" srcOrd="1" destOrd="0" presId="urn:microsoft.com/office/officeart/2008/layout/HorizontalMultiLevelHierarchy"/>
    <dgm:cxn modelId="{3BED14DA-0214-774B-829D-9FF011CF4EB5}" srcId="{1CE2CDF3-A6FB-9D43-8907-11AD4D3DCC11}" destId="{040CAE5B-92AA-4F45-842C-B7555FE67064}" srcOrd="7" destOrd="0" parTransId="{646182E6-B2C4-834E-8AE0-EABBCE191E26}" sibTransId="{EB8452FF-3468-514E-B911-15688C482F74}"/>
    <dgm:cxn modelId="{DD2EE2DC-77F6-6747-9956-D9919C8B0F88}" type="presOf" srcId="{BED0E8DC-7D10-0747-BA79-56985BD9D9EA}" destId="{5BFDAC10-32FA-AD41-9FFE-5300458551C5}" srcOrd="0" destOrd="0" presId="urn:microsoft.com/office/officeart/2008/layout/HorizontalMultiLevelHierarchy"/>
    <dgm:cxn modelId="{478267E0-923D-0D4D-A22E-2142BC1D880B}" srcId="{1CE2CDF3-A6FB-9D43-8907-11AD4D3DCC11}" destId="{162F730F-0BC7-CA4B-B253-67708D3AE0FA}" srcOrd="3" destOrd="0" parTransId="{0025E3B3-2F36-E94B-80A9-04D75F6C0798}" sibTransId="{9CAF4077-29FE-1B44-8C73-B2EECA0CBA43}"/>
    <dgm:cxn modelId="{B0A3C9E9-0B81-DD42-8263-B61B9F1A6F4A}" srcId="{1CE2CDF3-A6FB-9D43-8907-11AD4D3DCC11}" destId="{6699130F-E9F6-6948-B8F1-4B32272EE93A}" srcOrd="5" destOrd="0" parTransId="{BED0E8DC-7D10-0747-BA79-56985BD9D9EA}" sibTransId="{67F9507C-1D05-2743-A5E8-1CC93D3EAB25}"/>
    <dgm:cxn modelId="{50FFCBEE-FF50-5E48-858C-F882CD495D23}" type="presOf" srcId="{0025E3B3-2F36-E94B-80A9-04D75F6C0798}" destId="{99911180-0274-CE4A-942B-9F56F81CD62F}" srcOrd="1" destOrd="0" presId="urn:microsoft.com/office/officeart/2008/layout/HorizontalMultiLevelHierarchy"/>
    <dgm:cxn modelId="{A98C68F1-9B38-D448-90EE-2BF81BE8D839}" type="presOf" srcId="{1CE2CDF3-A6FB-9D43-8907-11AD4D3DCC11}" destId="{608FFE76-FA64-304A-AE38-2329C020A777}" srcOrd="0" destOrd="0" presId="urn:microsoft.com/office/officeart/2008/layout/HorizontalMultiLevelHierarchy"/>
    <dgm:cxn modelId="{1417F0F8-DF1B-AB4A-A01D-28D146582595}" type="presOf" srcId="{B6C59153-B742-ED4F-BE86-585E35DEAB9F}" destId="{6511942A-4FD0-8143-AE55-7D69D53BE3F3}" srcOrd="0" destOrd="0" presId="urn:microsoft.com/office/officeart/2008/layout/HorizontalMultiLevelHierarchy"/>
    <dgm:cxn modelId="{4C1699FA-DFDC-4D43-B236-1CF94571EFB9}" type="presOf" srcId="{3C3C60A5-8041-8743-8032-B6EC1766B30C}" destId="{8CC6979D-A40C-464D-B376-25076BDBEB10}" srcOrd="1" destOrd="0" presId="urn:microsoft.com/office/officeart/2008/layout/HorizontalMultiLevelHierarchy"/>
    <dgm:cxn modelId="{A49458FB-AAFB-8D4B-8046-CFBDA5C2BA40}" type="presOf" srcId="{D331E61F-400A-6640-8D67-401662B33A69}" destId="{4C39BA5F-09C7-184C-A35C-CCFF6D84AA3D}" srcOrd="1" destOrd="0" presId="urn:microsoft.com/office/officeart/2008/layout/HorizontalMultiLevelHierarchy"/>
    <dgm:cxn modelId="{A9D039FF-71EF-BE47-94E7-87FA8C6DB65F}" type="presOf" srcId="{5B51A447-11DC-4845-B63B-FBBD68D24990}" destId="{E031F4B8-6528-8844-BC11-980403B33A8C}" srcOrd="0" destOrd="0" presId="urn:microsoft.com/office/officeart/2008/layout/HorizontalMultiLevelHierarchy"/>
    <dgm:cxn modelId="{D82380D1-86BF-F541-90B3-78043EB817DA}" type="presParOf" srcId="{63567F18-15AA-2F48-B74E-8A35859F4D39}" destId="{A1E66F07-9B88-BE43-AF2D-7AB0BD262DF9}" srcOrd="0" destOrd="0" presId="urn:microsoft.com/office/officeart/2008/layout/HorizontalMultiLevelHierarchy"/>
    <dgm:cxn modelId="{293C91C3-8D8F-EC4D-B2A1-78D483694F7A}" type="presParOf" srcId="{A1E66F07-9B88-BE43-AF2D-7AB0BD262DF9}" destId="{608FFE76-FA64-304A-AE38-2329C020A777}" srcOrd="0" destOrd="0" presId="urn:microsoft.com/office/officeart/2008/layout/HorizontalMultiLevelHierarchy"/>
    <dgm:cxn modelId="{9562DBCB-43B1-B746-B92B-64E553C5A035}" type="presParOf" srcId="{A1E66F07-9B88-BE43-AF2D-7AB0BD262DF9}" destId="{56CEB7A0-8725-0246-B691-C2E44FD640C4}" srcOrd="1" destOrd="0" presId="urn:microsoft.com/office/officeart/2008/layout/HorizontalMultiLevelHierarchy"/>
    <dgm:cxn modelId="{8479764D-1124-3D4F-B859-8E3EEE301AA8}" type="presParOf" srcId="{56CEB7A0-8725-0246-B691-C2E44FD640C4}" destId="{E99A286B-6F92-D04A-A78F-3E1F446B8769}" srcOrd="0" destOrd="0" presId="urn:microsoft.com/office/officeart/2008/layout/HorizontalMultiLevelHierarchy"/>
    <dgm:cxn modelId="{AE7FD14F-9C6C-6641-BA27-8419ED3506C3}" type="presParOf" srcId="{E99A286B-6F92-D04A-A78F-3E1F446B8769}" destId="{ECA982A3-EE38-EF49-8C60-99A7D5A42D93}" srcOrd="0" destOrd="0" presId="urn:microsoft.com/office/officeart/2008/layout/HorizontalMultiLevelHierarchy"/>
    <dgm:cxn modelId="{4D0A27FF-6F29-ED45-ACC9-208989D61C3C}" type="presParOf" srcId="{56CEB7A0-8725-0246-B691-C2E44FD640C4}" destId="{F43482A5-5C0F-4F47-BB9F-693A82505762}" srcOrd="1" destOrd="0" presId="urn:microsoft.com/office/officeart/2008/layout/HorizontalMultiLevelHierarchy"/>
    <dgm:cxn modelId="{9E799C19-3A66-2144-B756-3A1279CC2CEC}" type="presParOf" srcId="{F43482A5-5C0F-4F47-BB9F-693A82505762}" destId="{E031F4B8-6528-8844-BC11-980403B33A8C}" srcOrd="0" destOrd="0" presId="urn:microsoft.com/office/officeart/2008/layout/HorizontalMultiLevelHierarchy"/>
    <dgm:cxn modelId="{6A0B1130-8E76-0E46-AA22-8485F858E3EB}" type="presParOf" srcId="{F43482A5-5C0F-4F47-BB9F-693A82505762}" destId="{3F49E863-7D62-5946-BF6F-E079FF36A58E}" srcOrd="1" destOrd="0" presId="urn:microsoft.com/office/officeart/2008/layout/HorizontalMultiLevelHierarchy"/>
    <dgm:cxn modelId="{8779F0F7-051A-A740-90C1-3CCFB875DC42}" type="presParOf" srcId="{56CEB7A0-8725-0246-B691-C2E44FD640C4}" destId="{97E4F8A9-156C-374E-9A9E-4FDCB4CBA7DB}" srcOrd="2" destOrd="0" presId="urn:microsoft.com/office/officeart/2008/layout/HorizontalMultiLevelHierarchy"/>
    <dgm:cxn modelId="{AFB33E18-4AE1-F44E-8E9C-3273CF611F32}" type="presParOf" srcId="{97E4F8A9-156C-374E-9A9E-4FDCB4CBA7DB}" destId="{11EB3ED5-51D3-6741-9CEE-FFE280A589C5}" srcOrd="0" destOrd="0" presId="urn:microsoft.com/office/officeart/2008/layout/HorizontalMultiLevelHierarchy"/>
    <dgm:cxn modelId="{11E50572-540B-364B-867B-4C2D20BD7352}" type="presParOf" srcId="{56CEB7A0-8725-0246-B691-C2E44FD640C4}" destId="{DF70B7C1-96BA-0843-AD57-9B44CE9343C7}" srcOrd="3" destOrd="0" presId="urn:microsoft.com/office/officeart/2008/layout/HorizontalMultiLevelHierarchy"/>
    <dgm:cxn modelId="{8D7C3A8B-6886-CD46-A56A-D84468695B8C}" type="presParOf" srcId="{DF70B7C1-96BA-0843-AD57-9B44CE9343C7}" destId="{ED967562-837A-EA4D-929D-F657062EFD64}" srcOrd="0" destOrd="0" presId="urn:microsoft.com/office/officeart/2008/layout/HorizontalMultiLevelHierarchy"/>
    <dgm:cxn modelId="{2C7148AE-CF8E-8D4E-899E-0B7AA2D63635}" type="presParOf" srcId="{DF70B7C1-96BA-0843-AD57-9B44CE9343C7}" destId="{687B7F45-25D9-6646-BFA2-9C36C5AAF040}" srcOrd="1" destOrd="0" presId="urn:microsoft.com/office/officeart/2008/layout/HorizontalMultiLevelHierarchy"/>
    <dgm:cxn modelId="{EB2D7563-B254-2842-899E-EA06F2E3384B}" type="presParOf" srcId="{56CEB7A0-8725-0246-B691-C2E44FD640C4}" destId="{13D8E534-1BA0-C94A-B837-CECA5848458B}" srcOrd="4" destOrd="0" presId="urn:microsoft.com/office/officeart/2008/layout/HorizontalMultiLevelHierarchy"/>
    <dgm:cxn modelId="{4A65A001-CCB0-514D-BE03-1FF9F5DA2D04}" type="presParOf" srcId="{13D8E534-1BA0-C94A-B837-CECA5848458B}" destId="{F060BB73-F1BC-DD47-8E05-3ACB679DADFF}" srcOrd="0" destOrd="0" presId="urn:microsoft.com/office/officeart/2008/layout/HorizontalMultiLevelHierarchy"/>
    <dgm:cxn modelId="{6F3B5E07-8E02-A34C-A424-56C747249A8D}" type="presParOf" srcId="{56CEB7A0-8725-0246-B691-C2E44FD640C4}" destId="{FD3D2C9D-5D13-B147-8C1C-CC62DDC4BC5F}" srcOrd="5" destOrd="0" presId="urn:microsoft.com/office/officeart/2008/layout/HorizontalMultiLevelHierarchy"/>
    <dgm:cxn modelId="{3D559D70-E665-8C41-B0A9-03D7E186DADA}" type="presParOf" srcId="{FD3D2C9D-5D13-B147-8C1C-CC62DDC4BC5F}" destId="{B3EEB71E-4B93-0C46-A752-02109CA18318}" srcOrd="0" destOrd="0" presId="urn:microsoft.com/office/officeart/2008/layout/HorizontalMultiLevelHierarchy"/>
    <dgm:cxn modelId="{F25F5A25-085A-704F-A371-B15A1F81C552}" type="presParOf" srcId="{FD3D2C9D-5D13-B147-8C1C-CC62DDC4BC5F}" destId="{26A2EB59-9A92-154C-8A68-8C53DAD1BF2A}" srcOrd="1" destOrd="0" presId="urn:microsoft.com/office/officeart/2008/layout/HorizontalMultiLevelHierarchy"/>
    <dgm:cxn modelId="{87A0E61A-7803-894C-A6FD-C27DD6AEEFAC}" type="presParOf" srcId="{56CEB7A0-8725-0246-B691-C2E44FD640C4}" destId="{6BEE852D-DA71-714F-B51E-75DB97522F8C}" srcOrd="6" destOrd="0" presId="urn:microsoft.com/office/officeart/2008/layout/HorizontalMultiLevelHierarchy"/>
    <dgm:cxn modelId="{E7A42A91-AC0F-AE43-B8CB-693467E25805}" type="presParOf" srcId="{6BEE852D-DA71-714F-B51E-75DB97522F8C}" destId="{99911180-0274-CE4A-942B-9F56F81CD62F}" srcOrd="0" destOrd="0" presId="urn:microsoft.com/office/officeart/2008/layout/HorizontalMultiLevelHierarchy"/>
    <dgm:cxn modelId="{71362E23-A688-2541-B239-A1C4570F8BB0}" type="presParOf" srcId="{56CEB7A0-8725-0246-B691-C2E44FD640C4}" destId="{FD658E9D-11D6-4B48-90CB-476D6EAB7463}" srcOrd="7" destOrd="0" presId="urn:microsoft.com/office/officeart/2008/layout/HorizontalMultiLevelHierarchy"/>
    <dgm:cxn modelId="{D7CA409F-E4B0-A04F-A99F-8319175AF2CB}" type="presParOf" srcId="{FD658E9D-11D6-4B48-90CB-476D6EAB7463}" destId="{7CE7DDFC-EA18-7049-8FDF-4292E9CE9B47}" srcOrd="0" destOrd="0" presId="urn:microsoft.com/office/officeart/2008/layout/HorizontalMultiLevelHierarchy"/>
    <dgm:cxn modelId="{5FE42DC6-87E4-694C-AF58-1EDE742F0496}" type="presParOf" srcId="{FD658E9D-11D6-4B48-90CB-476D6EAB7463}" destId="{3253864F-07C9-3D4F-97DC-BC4FCC70E188}" srcOrd="1" destOrd="0" presId="urn:microsoft.com/office/officeart/2008/layout/HorizontalMultiLevelHierarchy"/>
    <dgm:cxn modelId="{6C9CE70A-1BCB-CE4B-8249-631943D9F80E}" type="presParOf" srcId="{56CEB7A0-8725-0246-B691-C2E44FD640C4}" destId="{6511942A-4FD0-8143-AE55-7D69D53BE3F3}" srcOrd="8" destOrd="0" presId="urn:microsoft.com/office/officeart/2008/layout/HorizontalMultiLevelHierarchy"/>
    <dgm:cxn modelId="{4FE986D7-7EAE-234F-988C-CC1B0A7C99DA}" type="presParOf" srcId="{6511942A-4FD0-8143-AE55-7D69D53BE3F3}" destId="{DE42B9DE-F16D-7849-94C9-F453634A0F73}" srcOrd="0" destOrd="0" presId="urn:microsoft.com/office/officeart/2008/layout/HorizontalMultiLevelHierarchy"/>
    <dgm:cxn modelId="{67A744A2-A907-4C4D-915E-6DE84364D70E}" type="presParOf" srcId="{56CEB7A0-8725-0246-B691-C2E44FD640C4}" destId="{FA6BEC5B-D9D1-9D43-84BE-616A7F92F1EB}" srcOrd="9" destOrd="0" presId="urn:microsoft.com/office/officeart/2008/layout/HorizontalMultiLevelHierarchy"/>
    <dgm:cxn modelId="{9C333B61-E919-4A43-95F9-8B4910C56E0C}" type="presParOf" srcId="{FA6BEC5B-D9D1-9D43-84BE-616A7F92F1EB}" destId="{F03E9F02-40C1-3D49-8D9D-53D7BCDFC475}" srcOrd="0" destOrd="0" presId="urn:microsoft.com/office/officeart/2008/layout/HorizontalMultiLevelHierarchy"/>
    <dgm:cxn modelId="{4DB2671C-DDBF-6E4F-B0D1-67A7DC7CD54E}" type="presParOf" srcId="{FA6BEC5B-D9D1-9D43-84BE-616A7F92F1EB}" destId="{4709D8F2-9BDA-AA4D-8938-3742ED69139C}" srcOrd="1" destOrd="0" presId="urn:microsoft.com/office/officeart/2008/layout/HorizontalMultiLevelHierarchy"/>
    <dgm:cxn modelId="{547BC213-0B38-994D-9613-10B3B101FCC2}" type="presParOf" srcId="{56CEB7A0-8725-0246-B691-C2E44FD640C4}" destId="{5BFDAC10-32FA-AD41-9FFE-5300458551C5}" srcOrd="10" destOrd="0" presId="urn:microsoft.com/office/officeart/2008/layout/HorizontalMultiLevelHierarchy"/>
    <dgm:cxn modelId="{3B62C5F5-5ECC-F644-8803-6A476FF7D239}" type="presParOf" srcId="{5BFDAC10-32FA-AD41-9FFE-5300458551C5}" destId="{0E9F72BC-4235-354F-852D-F7DBD083DFAB}" srcOrd="0" destOrd="0" presId="urn:microsoft.com/office/officeart/2008/layout/HorizontalMultiLevelHierarchy"/>
    <dgm:cxn modelId="{4FF84013-7F3E-0C4E-9174-EBE8EB1687C5}" type="presParOf" srcId="{56CEB7A0-8725-0246-B691-C2E44FD640C4}" destId="{E9C8CE4F-6D57-1640-8DE3-CFFDFAC8F525}" srcOrd="11" destOrd="0" presId="urn:microsoft.com/office/officeart/2008/layout/HorizontalMultiLevelHierarchy"/>
    <dgm:cxn modelId="{64F87C48-434F-CF40-B7A7-9F776AD78BE0}" type="presParOf" srcId="{E9C8CE4F-6D57-1640-8DE3-CFFDFAC8F525}" destId="{030707EA-7378-5849-BB34-9B7F06253EF2}" srcOrd="0" destOrd="0" presId="urn:microsoft.com/office/officeart/2008/layout/HorizontalMultiLevelHierarchy"/>
    <dgm:cxn modelId="{9DFA7DB4-CF6A-CB47-8639-9D51740FC376}" type="presParOf" srcId="{E9C8CE4F-6D57-1640-8DE3-CFFDFAC8F525}" destId="{FD66FD1A-4F3F-164A-B05D-C044659844A2}" srcOrd="1" destOrd="0" presId="urn:microsoft.com/office/officeart/2008/layout/HorizontalMultiLevelHierarchy"/>
    <dgm:cxn modelId="{8F4E9A5C-2855-5E43-91F4-853C07731DB8}" type="presParOf" srcId="{56CEB7A0-8725-0246-B691-C2E44FD640C4}" destId="{338F1ED0-4AB3-C642-BB5E-6961559A8184}" srcOrd="12" destOrd="0" presId="urn:microsoft.com/office/officeart/2008/layout/HorizontalMultiLevelHierarchy"/>
    <dgm:cxn modelId="{012452C0-AA38-B448-8669-4903128E7837}" type="presParOf" srcId="{338F1ED0-4AB3-C642-BB5E-6961559A8184}" destId="{4C39BA5F-09C7-184C-A35C-CCFF6D84AA3D}" srcOrd="0" destOrd="0" presId="urn:microsoft.com/office/officeart/2008/layout/HorizontalMultiLevelHierarchy"/>
    <dgm:cxn modelId="{6BFB3288-74FC-604C-8869-6006490C7034}" type="presParOf" srcId="{56CEB7A0-8725-0246-B691-C2E44FD640C4}" destId="{2F8AFB79-0447-784B-9B95-6E2652428846}" srcOrd="13" destOrd="0" presId="urn:microsoft.com/office/officeart/2008/layout/HorizontalMultiLevelHierarchy"/>
    <dgm:cxn modelId="{4FA75933-36DC-2A4D-A387-8F4EDFA4C32F}" type="presParOf" srcId="{2F8AFB79-0447-784B-9B95-6E2652428846}" destId="{F1071F7C-7FDF-484B-945E-DC6AC1B40F4D}" srcOrd="0" destOrd="0" presId="urn:microsoft.com/office/officeart/2008/layout/HorizontalMultiLevelHierarchy"/>
    <dgm:cxn modelId="{39359C34-A259-0044-8A5D-0DE5FC8A8CF5}" type="presParOf" srcId="{2F8AFB79-0447-784B-9B95-6E2652428846}" destId="{20E13A96-F39B-9945-9620-F2C8D889E944}" srcOrd="1" destOrd="0" presId="urn:microsoft.com/office/officeart/2008/layout/HorizontalMultiLevelHierarchy"/>
    <dgm:cxn modelId="{0DF0747B-29D2-A848-9293-CA57A17B996C}" type="presParOf" srcId="{56CEB7A0-8725-0246-B691-C2E44FD640C4}" destId="{93375FEC-9590-7F46-8B54-71D3F7B09161}" srcOrd="14" destOrd="0" presId="urn:microsoft.com/office/officeart/2008/layout/HorizontalMultiLevelHierarchy"/>
    <dgm:cxn modelId="{1AD7E624-45CF-3A43-ABC7-320C960B5B71}" type="presParOf" srcId="{93375FEC-9590-7F46-8B54-71D3F7B09161}" destId="{123CF9F6-6F27-D442-A3C6-EB1F0C001138}" srcOrd="0" destOrd="0" presId="urn:microsoft.com/office/officeart/2008/layout/HorizontalMultiLevelHierarchy"/>
    <dgm:cxn modelId="{9CCFDDCB-E326-7649-9A14-DC5546667463}" type="presParOf" srcId="{56CEB7A0-8725-0246-B691-C2E44FD640C4}" destId="{FAA730BE-71D4-4E46-A9D3-226D1C44AB91}" srcOrd="15" destOrd="0" presId="urn:microsoft.com/office/officeart/2008/layout/HorizontalMultiLevelHierarchy"/>
    <dgm:cxn modelId="{67C5CCE8-C142-3643-9652-35BEA550EED7}" type="presParOf" srcId="{FAA730BE-71D4-4E46-A9D3-226D1C44AB91}" destId="{A7EF2C74-7F29-9D4B-86B0-C46B9D5B5369}" srcOrd="0" destOrd="0" presId="urn:microsoft.com/office/officeart/2008/layout/HorizontalMultiLevelHierarchy"/>
    <dgm:cxn modelId="{030FF8E6-4A80-EF4C-8A75-E80E1AE8DB16}" type="presParOf" srcId="{FAA730BE-71D4-4E46-A9D3-226D1C44AB91}" destId="{54CEC745-E55B-3345-95D2-A0DFA33B2302}" srcOrd="1" destOrd="0" presId="urn:microsoft.com/office/officeart/2008/layout/HorizontalMultiLevelHierarchy"/>
    <dgm:cxn modelId="{07F27AF6-5AE9-914B-8586-0C7E704C14C6}" type="presParOf" srcId="{56CEB7A0-8725-0246-B691-C2E44FD640C4}" destId="{01A738DE-2EB8-494B-BA21-D63A5B899D0C}" srcOrd="16" destOrd="0" presId="urn:microsoft.com/office/officeart/2008/layout/HorizontalMultiLevelHierarchy"/>
    <dgm:cxn modelId="{E7D17566-DFF9-A14D-9CA5-717AD5BC1023}" type="presParOf" srcId="{01A738DE-2EB8-494B-BA21-D63A5B899D0C}" destId="{8CC6979D-A40C-464D-B376-25076BDBEB10}" srcOrd="0" destOrd="0" presId="urn:microsoft.com/office/officeart/2008/layout/HorizontalMultiLevelHierarchy"/>
    <dgm:cxn modelId="{0E391D94-4F15-3A42-9FC6-B7307A02DEF8}" type="presParOf" srcId="{56CEB7A0-8725-0246-B691-C2E44FD640C4}" destId="{B330B99A-466E-FD41-9ABA-3AC4B28C47B1}" srcOrd="17" destOrd="0" presId="urn:microsoft.com/office/officeart/2008/layout/HorizontalMultiLevelHierarchy"/>
    <dgm:cxn modelId="{5D59413A-7DF5-0244-8860-6FD3BF40F097}" type="presParOf" srcId="{B330B99A-466E-FD41-9ABA-3AC4B28C47B1}" destId="{C27591B6-C86D-7A4B-BDAF-B933857D9025}" srcOrd="0" destOrd="0" presId="urn:microsoft.com/office/officeart/2008/layout/HorizontalMultiLevelHierarchy"/>
    <dgm:cxn modelId="{02B5FDE7-4314-634C-9BEE-E0E2A87C6172}" type="presParOf" srcId="{B330B99A-466E-FD41-9ABA-3AC4B28C47B1}" destId="{67FB401D-71A1-6C43-9E19-B31F8FAF9440}" srcOrd="1" destOrd="0" presId="urn:microsoft.com/office/officeart/2008/layout/HorizontalMultiLevelHierarchy"/>
    <dgm:cxn modelId="{B2C9534E-CAC7-0A4C-9300-7DD9BCC26C7F}" type="presParOf" srcId="{56CEB7A0-8725-0246-B691-C2E44FD640C4}" destId="{894762DD-7F8E-8B47-94BD-22E3208EF7B7}" srcOrd="18" destOrd="0" presId="urn:microsoft.com/office/officeart/2008/layout/HorizontalMultiLevelHierarchy"/>
    <dgm:cxn modelId="{65461D51-AF31-314D-8D55-D0626FEF69FF}" type="presParOf" srcId="{894762DD-7F8E-8B47-94BD-22E3208EF7B7}" destId="{E7AC56F3-DB94-D445-BB57-46B5AE8EC2CC}" srcOrd="0" destOrd="0" presId="urn:microsoft.com/office/officeart/2008/layout/HorizontalMultiLevelHierarchy"/>
    <dgm:cxn modelId="{6CA9C520-B5C3-BB48-B484-229D76BBDD81}" type="presParOf" srcId="{56CEB7A0-8725-0246-B691-C2E44FD640C4}" destId="{15194494-52A6-E84B-AF5E-60AC1BCBEC69}" srcOrd="19" destOrd="0" presId="urn:microsoft.com/office/officeart/2008/layout/HorizontalMultiLevelHierarchy"/>
    <dgm:cxn modelId="{8D55CDE0-6B9E-1E47-A227-9727D9910882}" type="presParOf" srcId="{15194494-52A6-E84B-AF5E-60AC1BCBEC69}" destId="{9A53DB4F-E9FB-864A-A66C-943E91B3DD0A}" srcOrd="0" destOrd="0" presId="urn:microsoft.com/office/officeart/2008/layout/HorizontalMultiLevelHierarchy"/>
    <dgm:cxn modelId="{BFEB1346-1570-1740-B14E-EC82887134D8}" type="presParOf" srcId="{15194494-52A6-E84B-AF5E-60AC1BCBEC69}" destId="{C3852FD2-EBBF-E648-B2D6-709CDEC1CB8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96D99C-429A-2242-8C42-3EE3E84F0A2E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3F5E2A7-4702-A642-9327-1F38DF94D15F}">
      <dgm:prSet phldrT="[Texte]"/>
      <dgm:spPr/>
      <dgm:t>
        <a:bodyPr/>
        <a:lstStyle/>
        <a:p>
          <a:r>
            <a:rPr lang="fr-FR" dirty="0"/>
            <a:t>Catégories 0 et 1</a:t>
          </a:r>
        </a:p>
      </dgm:t>
    </dgm:pt>
    <dgm:pt modelId="{07EF8DCB-FD2A-F543-8CFA-2E7B5A74BCA2}" type="parTrans" cxnId="{CAA668B7-D441-B949-9518-4383DD91D4D6}">
      <dgm:prSet/>
      <dgm:spPr/>
      <dgm:t>
        <a:bodyPr/>
        <a:lstStyle/>
        <a:p>
          <a:endParaRPr lang="fr-FR"/>
        </a:p>
      </dgm:t>
    </dgm:pt>
    <dgm:pt modelId="{0B597606-5EB4-E44B-90AC-277BD43A74AF}" type="sibTrans" cxnId="{CAA668B7-D441-B949-9518-4383DD91D4D6}">
      <dgm:prSet/>
      <dgm:spPr/>
      <dgm:t>
        <a:bodyPr/>
        <a:lstStyle/>
        <a:p>
          <a:endParaRPr lang="fr-FR"/>
        </a:p>
      </dgm:t>
    </dgm:pt>
    <dgm:pt modelId="{6AF940BB-AF3A-3749-943A-D1B7813D0333}">
      <dgm:prSet phldrT="[Texte]"/>
      <dgm:spPr/>
      <dgm:t>
        <a:bodyPr/>
        <a:lstStyle/>
        <a:p>
          <a:r>
            <a:rPr lang="fr-FR" dirty="0"/>
            <a:t>Rentabilité</a:t>
          </a:r>
        </a:p>
      </dgm:t>
    </dgm:pt>
    <dgm:pt modelId="{DE8C6F7A-ED98-3545-AB75-18861E1C6B09}" type="parTrans" cxnId="{2C03D17D-1B4D-3F4C-988F-E9E83678F388}">
      <dgm:prSet/>
      <dgm:spPr/>
      <dgm:t>
        <a:bodyPr/>
        <a:lstStyle/>
        <a:p>
          <a:endParaRPr lang="fr-FR"/>
        </a:p>
      </dgm:t>
    </dgm:pt>
    <dgm:pt modelId="{0534E858-9763-A94C-A55F-A38901DAC5AC}" type="sibTrans" cxnId="{2C03D17D-1B4D-3F4C-988F-E9E83678F388}">
      <dgm:prSet/>
      <dgm:spPr/>
      <dgm:t>
        <a:bodyPr/>
        <a:lstStyle/>
        <a:p>
          <a:endParaRPr lang="fr-FR"/>
        </a:p>
      </dgm:t>
    </dgm:pt>
    <dgm:pt modelId="{9F696B57-D52E-E14A-8A80-DFD1F810777B}">
      <dgm:prSet phldrT="[Texte]"/>
      <dgm:spPr/>
      <dgm:t>
        <a:bodyPr/>
        <a:lstStyle/>
        <a:p>
          <a:r>
            <a:rPr lang="fr-FR" dirty="0"/>
            <a:t>Volume de ventes</a:t>
          </a:r>
        </a:p>
      </dgm:t>
    </dgm:pt>
    <dgm:pt modelId="{4431FA60-4425-0149-9A24-2A3F757A99F9}" type="parTrans" cxnId="{CC1BBB7D-92C2-5F48-A20E-F9C14B5585B2}">
      <dgm:prSet/>
      <dgm:spPr/>
      <dgm:t>
        <a:bodyPr/>
        <a:lstStyle/>
        <a:p>
          <a:endParaRPr lang="fr-FR"/>
        </a:p>
      </dgm:t>
    </dgm:pt>
    <dgm:pt modelId="{9293146F-A2C0-AA4E-8ACD-EF988AC28DEC}" type="sibTrans" cxnId="{CC1BBB7D-92C2-5F48-A20E-F9C14B5585B2}">
      <dgm:prSet/>
      <dgm:spPr/>
      <dgm:t>
        <a:bodyPr/>
        <a:lstStyle/>
        <a:p>
          <a:endParaRPr lang="fr-FR"/>
        </a:p>
      </dgm:t>
    </dgm:pt>
    <dgm:pt modelId="{F455EDB9-F908-5C44-8621-DC5B5B5AD90C}">
      <dgm:prSet phldrT="[Texte]"/>
      <dgm:spPr/>
      <dgm:t>
        <a:bodyPr/>
        <a:lstStyle/>
        <a:p>
          <a:r>
            <a:rPr lang="fr-FR" dirty="0"/>
            <a:t>Catégorie 2</a:t>
          </a:r>
        </a:p>
      </dgm:t>
    </dgm:pt>
    <dgm:pt modelId="{C19255E4-05B0-D84C-B264-9D8B0841B188}" type="parTrans" cxnId="{60E8C391-C35D-1549-A0DD-FCD4FE01845D}">
      <dgm:prSet/>
      <dgm:spPr/>
      <dgm:t>
        <a:bodyPr/>
        <a:lstStyle/>
        <a:p>
          <a:endParaRPr lang="fr-FR"/>
        </a:p>
      </dgm:t>
    </dgm:pt>
    <dgm:pt modelId="{E8CA9E47-DF50-5C4B-A50A-FDE98E1B364A}" type="sibTrans" cxnId="{60E8C391-C35D-1549-A0DD-FCD4FE01845D}">
      <dgm:prSet/>
      <dgm:spPr/>
      <dgm:t>
        <a:bodyPr/>
        <a:lstStyle/>
        <a:p>
          <a:endParaRPr lang="fr-FR"/>
        </a:p>
      </dgm:t>
    </dgm:pt>
    <dgm:pt modelId="{A4CC391A-F31F-1A45-B782-BB6DF5146DE8}">
      <dgm:prSet phldrT="[Texte]"/>
      <dgm:spPr/>
      <dgm:t>
        <a:bodyPr/>
        <a:lstStyle/>
        <a:p>
          <a:r>
            <a:rPr lang="fr-FR" dirty="0"/>
            <a:t>Potentiel de fidélisation</a:t>
          </a:r>
        </a:p>
      </dgm:t>
    </dgm:pt>
    <dgm:pt modelId="{067D059D-79D9-DD4D-AB41-F4EC934802AC}" type="parTrans" cxnId="{CD595F8B-360B-E04D-A25E-3E07B26CCB55}">
      <dgm:prSet/>
      <dgm:spPr/>
      <dgm:t>
        <a:bodyPr/>
        <a:lstStyle/>
        <a:p>
          <a:endParaRPr lang="fr-FR"/>
        </a:p>
      </dgm:t>
    </dgm:pt>
    <dgm:pt modelId="{5A04E433-03A9-7045-94DF-722BA4FD8CEC}" type="sibTrans" cxnId="{CD595F8B-360B-E04D-A25E-3E07B26CCB55}">
      <dgm:prSet/>
      <dgm:spPr/>
      <dgm:t>
        <a:bodyPr/>
        <a:lstStyle/>
        <a:p>
          <a:endParaRPr lang="fr-FR"/>
        </a:p>
      </dgm:t>
    </dgm:pt>
    <dgm:pt modelId="{B7267FD9-D588-A748-AC3F-384ECC165B33}">
      <dgm:prSet phldrT="[Texte]"/>
      <dgm:spPr/>
      <dgm:t>
        <a:bodyPr/>
        <a:lstStyle/>
        <a:p>
          <a:r>
            <a:rPr lang="fr-FR" dirty="0"/>
            <a:t>Panier moyen élevé</a:t>
          </a:r>
        </a:p>
      </dgm:t>
    </dgm:pt>
    <dgm:pt modelId="{7391C075-6D7F-B449-B640-7F2658D400A7}" type="parTrans" cxnId="{28AF4F96-3A03-C54C-80FE-0A79D10BA44F}">
      <dgm:prSet/>
      <dgm:spPr/>
      <dgm:t>
        <a:bodyPr/>
        <a:lstStyle/>
        <a:p>
          <a:endParaRPr lang="fr-FR"/>
        </a:p>
      </dgm:t>
    </dgm:pt>
    <dgm:pt modelId="{7AA022F0-E4EC-FB48-AC77-89D2D3FE6E7D}" type="sibTrans" cxnId="{28AF4F96-3A03-C54C-80FE-0A79D10BA44F}">
      <dgm:prSet/>
      <dgm:spPr/>
      <dgm:t>
        <a:bodyPr/>
        <a:lstStyle/>
        <a:p>
          <a:endParaRPr lang="fr-FR"/>
        </a:p>
      </dgm:t>
    </dgm:pt>
    <dgm:pt modelId="{0C381926-43C1-F646-AC55-62A461C313C5}">
      <dgm:prSet phldrT="[Texte]"/>
      <dgm:spPr/>
      <dgm:t>
        <a:bodyPr/>
        <a:lstStyle/>
        <a:p>
          <a:r>
            <a:rPr lang="fr-FR" dirty="0"/>
            <a:t>Clients 18-30 ans</a:t>
          </a:r>
        </a:p>
      </dgm:t>
    </dgm:pt>
    <dgm:pt modelId="{58E5EC7C-37AC-894F-A18E-D0A56B3201A7}" type="parTrans" cxnId="{0C900E6F-46AF-BF40-899F-7DAD1C51AFFB}">
      <dgm:prSet/>
      <dgm:spPr/>
      <dgm:t>
        <a:bodyPr/>
        <a:lstStyle/>
        <a:p>
          <a:endParaRPr lang="fr-FR"/>
        </a:p>
      </dgm:t>
    </dgm:pt>
    <dgm:pt modelId="{A2354098-1C6B-B74A-BE27-E2854F74317A}" type="sibTrans" cxnId="{0C900E6F-46AF-BF40-899F-7DAD1C51AFFB}">
      <dgm:prSet/>
      <dgm:spPr/>
      <dgm:t>
        <a:bodyPr/>
        <a:lstStyle/>
        <a:p>
          <a:endParaRPr lang="fr-FR"/>
        </a:p>
      </dgm:t>
    </dgm:pt>
    <dgm:pt modelId="{B7663788-6D9D-BC4F-928D-EE857C854BBC}">
      <dgm:prSet phldrT="[Texte]"/>
      <dgm:spPr/>
      <dgm:t>
        <a:bodyPr/>
        <a:lstStyle/>
        <a:p>
          <a:r>
            <a:rPr lang="fr-FR" dirty="0"/>
            <a:t>Clients 35/50 ans</a:t>
          </a:r>
        </a:p>
      </dgm:t>
    </dgm:pt>
    <dgm:pt modelId="{161443A2-4F3A-0A4E-8182-E0CD478D2212}" type="parTrans" cxnId="{F6373604-30C9-8040-B45D-1D7E00EB4F04}">
      <dgm:prSet/>
      <dgm:spPr/>
      <dgm:t>
        <a:bodyPr/>
        <a:lstStyle/>
        <a:p>
          <a:endParaRPr lang="fr-FR"/>
        </a:p>
      </dgm:t>
    </dgm:pt>
    <dgm:pt modelId="{A800D061-344A-B144-9F2B-608DC872FFB3}" type="sibTrans" cxnId="{F6373604-30C9-8040-B45D-1D7E00EB4F04}">
      <dgm:prSet/>
      <dgm:spPr/>
      <dgm:t>
        <a:bodyPr/>
        <a:lstStyle/>
        <a:p>
          <a:endParaRPr lang="fr-FR"/>
        </a:p>
      </dgm:t>
    </dgm:pt>
    <dgm:pt modelId="{C4A7DE75-54EB-024C-B474-C912C1338B6C}" type="pres">
      <dgm:prSet presAssocID="{6296D99C-429A-2242-8C42-3EE3E84F0A2E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08CF5BD8-1011-8A47-A341-2F80B3C4A6AB}" type="pres">
      <dgm:prSet presAssocID="{6296D99C-429A-2242-8C42-3EE3E84F0A2E}" presName="dummyMaxCanvas" presStyleCnt="0"/>
      <dgm:spPr/>
    </dgm:pt>
    <dgm:pt modelId="{ECED48EB-D65D-CC42-ABE8-148D8FB8E6BB}" type="pres">
      <dgm:prSet presAssocID="{6296D99C-429A-2242-8C42-3EE3E84F0A2E}" presName="parentComposite" presStyleCnt="0"/>
      <dgm:spPr/>
    </dgm:pt>
    <dgm:pt modelId="{66461B80-B4BB-9D45-9C34-41FF596DE2D0}" type="pres">
      <dgm:prSet presAssocID="{6296D99C-429A-2242-8C42-3EE3E84F0A2E}" presName="parent1" presStyleLbl="alignAccFollowNode1" presStyleIdx="0" presStyleCnt="4" custScaleX="129183">
        <dgm:presLayoutVars>
          <dgm:chMax val="4"/>
        </dgm:presLayoutVars>
      </dgm:prSet>
      <dgm:spPr/>
    </dgm:pt>
    <dgm:pt modelId="{19E3BBFC-A943-004A-8E83-1F80142AF82E}" type="pres">
      <dgm:prSet presAssocID="{6296D99C-429A-2242-8C42-3EE3E84F0A2E}" presName="parent2" presStyleLbl="alignAccFollowNode1" presStyleIdx="1" presStyleCnt="4" custScaleX="129183">
        <dgm:presLayoutVars>
          <dgm:chMax val="4"/>
        </dgm:presLayoutVars>
      </dgm:prSet>
      <dgm:spPr/>
    </dgm:pt>
    <dgm:pt modelId="{B56F0FAB-DEF6-8445-9700-F31D2055CEA9}" type="pres">
      <dgm:prSet presAssocID="{6296D99C-429A-2242-8C42-3EE3E84F0A2E}" presName="childrenComposite" presStyleCnt="0"/>
      <dgm:spPr/>
    </dgm:pt>
    <dgm:pt modelId="{13E803FB-493F-A64F-94C4-D2D3F931BB99}" type="pres">
      <dgm:prSet presAssocID="{6296D99C-429A-2242-8C42-3EE3E84F0A2E}" presName="dummyMaxCanvas_ChildArea" presStyleCnt="0"/>
      <dgm:spPr/>
    </dgm:pt>
    <dgm:pt modelId="{3C24652E-612A-9147-BBD8-E73887C7B0CF}" type="pres">
      <dgm:prSet presAssocID="{6296D99C-429A-2242-8C42-3EE3E84F0A2E}" presName="fulcrum" presStyleLbl="alignAccFollowNode1" presStyleIdx="2" presStyleCnt="4"/>
      <dgm:spPr/>
    </dgm:pt>
    <dgm:pt modelId="{74A38EA5-412D-8E4A-9E84-0ABF931209D8}" type="pres">
      <dgm:prSet presAssocID="{6296D99C-429A-2242-8C42-3EE3E84F0A2E}" presName="balance_33" presStyleLbl="alignAccFollowNode1" presStyleIdx="3" presStyleCnt="4" custScaleX="110728">
        <dgm:presLayoutVars>
          <dgm:bulletEnabled val="1"/>
        </dgm:presLayoutVars>
      </dgm:prSet>
      <dgm:spPr/>
    </dgm:pt>
    <dgm:pt modelId="{20093660-EDC4-4047-ADB2-63B80A130356}" type="pres">
      <dgm:prSet presAssocID="{6296D99C-429A-2242-8C42-3EE3E84F0A2E}" presName="right_33_1" presStyleLbl="node1" presStyleIdx="0" presStyleCnt="6" custScaleX="129183">
        <dgm:presLayoutVars>
          <dgm:bulletEnabled val="1"/>
        </dgm:presLayoutVars>
      </dgm:prSet>
      <dgm:spPr/>
    </dgm:pt>
    <dgm:pt modelId="{98005504-1588-644D-9C44-3C7E819748A6}" type="pres">
      <dgm:prSet presAssocID="{6296D99C-429A-2242-8C42-3EE3E84F0A2E}" presName="right_33_2" presStyleLbl="node1" presStyleIdx="1" presStyleCnt="6" custScaleX="129183">
        <dgm:presLayoutVars>
          <dgm:bulletEnabled val="1"/>
        </dgm:presLayoutVars>
      </dgm:prSet>
      <dgm:spPr/>
    </dgm:pt>
    <dgm:pt modelId="{AF50AC1E-1671-C940-A5B1-1779D0234098}" type="pres">
      <dgm:prSet presAssocID="{6296D99C-429A-2242-8C42-3EE3E84F0A2E}" presName="right_33_3" presStyleLbl="node1" presStyleIdx="2" presStyleCnt="6" custScaleX="129183">
        <dgm:presLayoutVars>
          <dgm:bulletEnabled val="1"/>
        </dgm:presLayoutVars>
      </dgm:prSet>
      <dgm:spPr/>
    </dgm:pt>
    <dgm:pt modelId="{62730E88-955B-F14F-9F6F-67E9BB157099}" type="pres">
      <dgm:prSet presAssocID="{6296D99C-429A-2242-8C42-3EE3E84F0A2E}" presName="left_33_1" presStyleLbl="node1" presStyleIdx="3" presStyleCnt="6" custScaleX="129183">
        <dgm:presLayoutVars>
          <dgm:bulletEnabled val="1"/>
        </dgm:presLayoutVars>
      </dgm:prSet>
      <dgm:spPr/>
    </dgm:pt>
    <dgm:pt modelId="{01DA11C1-2421-0D41-B40C-D9B787A4F6D0}" type="pres">
      <dgm:prSet presAssocID="{6296D99C-429A-2242-8C42-3EE3E84F0A2E}" presName="left_33_2" presStyleLbl="node1" presStyleIdx="4" presStyleCnt="6" custScaleX="129183">
        <dgm:presLayoutVars>
          <dgm:bulletEnabled val="1"/>
        </dgm:presLayoutVars>
      </dgm:prSet>
      <dgm:spPr/>
    </dgm:pt>
    <dgm:pt modelId="{B2C5476E-4297-7149-9FEA-3987B66B1BDC}" type="pres">
      <dgm:prSet presAssocID="{6296D99C-429A-2242-8C42-3EE3E84F0A2E}" presName="left_33_3" presStyleLbl="node1" presStyleIdx="5" presStyleCnt="6" custScaleX="129183">
        <dgm:presLayoutVars>
          <dgm:bulletEnabled val="1"/>
        </dgm:presLayoutVars>
      </dgm:prSet>
      <dgm:spPr/>
    </dgm:pt>
  </dgm:ptLst>
  <dgm:cxnLst>
    <dgm:cxn modelId="{F6373604-30C9-8040-B45D-1D7E00EB4F04}" srcId="{F3F5E2A7-4702-A642-9327-1F38DF94D15F}" destId="{B7663788-6D9D-BC4F-928D-EE857C854BBC}" srcOrd="2" destOrd="0" parTransId="{161443A2-4F3A-0A4E-8182-E0CD478D2212}" sibTransId="{A800D061-344A-B144-9F2B-608DC872FFB3}"/>
    <dgm:cxn modelId="{D5098D0A-1E0A-CE45-8E4A-DFD1F9C9A3D1}" type="presOf" srcId="{0C381926-43C1-F646-AC55-62A461C313C5}" destId="{AF50AC1E-1671-C940-A5B1-1779D0234098}" srcOrd="0" destOrd="0" presId="urn:microsoft.com/office/officeart/2005/8/layout/balance1"/>
    <dgm:cxn modelId="{4EA3180B-028D-EE48-ADFB-DBC02EB7D39A}" type="presOf" srcId="{9F696B57-D52E-E14A-8A80-DFD1F810777B}" destId="{01DA11C1-2421-0D41-B40C-D9B787A4F6D0}" srcOrd="0" destOrd="0" presId="urn:microsoft.com/office/officeart/2005/8/layout/balance1"/>
    <dgm:cxn modelId="{6ABB1030-DE34-9C4E-AEAE-14B4124389B9}" type="presOf" srcId="{F3F5E2A7-4702-A642-9327-1F38DF94D15F}" destId="{66461B80-B4BB-9D45-9C34-41FF596DE2D0}" srcOrd="0" destOrd="0" presId="urn:microsoft.com/office/officeart/2005/8/layout/balance1"/>
    <dgm:cxn modelId="{10866E36-650F-D249-B036-CFC3FCB38673}" type="presOf" srcId="{F455EDB9-F908-5C44-8621-DC5B5B5AD90C}" destId="{19E3BBFC-A943-004A-8E83-1F80142AF82E}" srcOrd="0" destOrd="0" presId="urn:microsoft.com/office/officeart/2005/8/layout/balance1"/>
    <dgm:cxn modelId="{F7AB3F42-7E17-9C44-87EF-D9FA87781B3A}" type="presOf" srcId="{B7267FD9-D588-A748-AC3F-384ECC165B33}" destId="{98005504-1588-644D-9C44-3C7E819748A6}" srcOrd="0" destOrd="0" presId="urn:microsoft.com/office/officeart/2005/8/layout/balance1"/>
    <dgm:cxn modelId="{0CACC450-E7EE-4342-8CC5-AD8045FDA34A}" type="presOf" srcId="{A4CC391A-F31F-1A45-B782-BB6DF5146DE8}" destId="{20093660-EDC4-4047-ADB2-63B80A130356}" srcOrd="0" destOrd="0" presId="urn:microsoft.com/office/officeart/2005/8/layout/balance1"/>
    <dgm:cxn modelId="{BC32926A-7C73-EF44-A52E-090AD171C8E3}" type="presOf" srcId="{6296D99C-429A-2242-8C42-3EE3E84F0A2E}" destId="{C4A7DE75-54EB-024C-B474-C912C1338B6C}" srcOrd="0" destOrd="0" presId="urn:microsoft.com/office/officeart/2005/8/layout/balance1"/>
    <dgm:cxn modelId="{3B6FA96C-6A40-8E46-B782-D0E8BC5D1374}" type="presOf" srcId="{B7663788-6D9D-BC4F-928D-EE857C854BBC}" destId="{B2C5476E-4297-7149-9FEA-3987B66B1BDC}" srcOrd="0" destOrd="0" presId="urn:microsoft.com/office/officeart/2005/8/layout/balance1"/>
    <dgm:cxn modelId="{0C900E6F-46AF-BF40-899F-7DAD1C51AFFB}" srcId="{F455EDB9-F908-5C44-8621-DC5B5B5AD90C}" destId="{0C381926-43C1-F646-AC55-62A461C313C5}" srcOrd="2" destOrd="0" parTransId="{58E5EC7C-37AC-894F-A18E-D0A56B3201A7}" sibTransId="{A2354098-1C6B-B74A-BE27-E2854F74317A}"/>
    <dgm:cxn modelId="{CC1BBB7D-92C2-5F48-A20E-F9C14B5585B2}" srcId="{F3F5E2A7-4702-A642-9327-1F38DF94D15F}" destId="{9F696B57-D52E-E14A-8A80-DFD1F810777B}" srcOrd="1" destOrd="0" parTransId="{4431FA60-4425-0149-9A24-2A3F757A99F9}" sibTransId="{9293146F-A2C0-AA4E-8ACD-EF988AC28DEC}"/>
    <dgm:cxn modelId="{2C03D17D-1B4D-3F4C-988F-E9E83678F388}" srcId="{F3F5E2A7-4702-A642-9327-1F38DF94D15F}" destId="{6AF940BB-AF3A-3749-943A-D1B7813D0333}" srcOrd="0" destOrd="0" parTransId="{DE8C6F7A-ED98-3545-AB75-18861E1C6B09}" sibTransId="{0534E858-9763-A94C-A55F-A38901DAC5AC}"/>
    <dgm:cxn modelId="{CD595F8B-360B-E04D-A25E-3E07B26CCB55}" srcId="{F455EDB9-F908-5C44-8621-DC5B5B5AD90C}" destId="{A4CC391A-F31F-1A45-B782-BB6DF5146DE8}" srcOrd="0" destOrd="0" parTransId="{067D059D-79D9-DD4D-AB41-F4EC934802AC}" sibTransId="{5A04E433-03A9-7045-94DF-722BA4FD8CEC}"/>
    <dgm:cxn modelId="{AD6F638D-37D5-C442-A1D7-0000DF7ABF61}" type="presOf" srcId="{6AF940BB-AF3A-3749-943A-D1B7813D0333}" destId="{62730E88-955B-F14F-9F6F-67E9BB157099}" srcOrd="0" destOrd="0" presId="urn:microsoft.com/office/officeart/2005/8/layout/balance1"/>
    <dgm:cxn modelId="{60E8C391-C35D-1549-A0DD-FCD4FE01845D}" srcId="{6296D99C-429A-2242-8C42-3EE3E84F0A2E}" destId="{F455EDB9-F908-5C44-8621-DC5B5B5AD90C}" srcOrd="1" destOrd="0" parTransId="{C19255E4-05B0-D84C-B264-9D8B0841B188}" sibTransId="{E8CA9E47-DF50-5C4B-A50A-FDE98E1B364A}"/>
    <dgm:cxn modelId="{28AF4F96-3A03-C54C-80FE-0A79D10BA44F}" srcId="{F455EDB9-F908-5C44-8621-DC5B5B5AD90C}" destId="{B7267FD9-D588-A748-AC3F-384ECC165B33}" srcOrd="1" destOrd="0" parTransId="{7391C075-6D7F-B449-B640-7F2658D400A7}" sibTransId="{7AA022F0-E4EC-FB48-AC77-89D2D3FE6E7D}"/>
    <dgm:cxn modelId="{CAA668B7-D441-B949-9518-4383DD91D4D6}" srcId="{6296D99C-429A-2242-8C42-3EE3E84F0A2E}" destId="{F3F5E2A7-4702-A642-9327-1F38DF94D15F}" srcOrd="0" destOrd="0" parTransId="{07EF8DCB-FD2A-F543-8CFA-2E7B5A74BCA2}" sibTransId="{0B597606-5EB4-E44B-90AC-277BD43A74AF}"/>
    <dgm:cxn modelId="{956908DD-8C7F-8A4D-B188-A8E4EE461CEB}" type="presParOf" srcId="{C4A7DE75-54EB-024C-B474-C912C1338B6C}" destId="{08CF5BD8-1011-8A47-A341-2F80B3C4A6AB}" srcOrd="0" destOrd="0" presId="urn:microsoft.com/office/officeart/2005/8/layout/balance1"/>
    <dgm:cxn modelId="{C5955EFA-ECBE-DB43-A6C2-32EB68EB0DD2}" type="presParOf" srcId="{C4A7DE75-54EB-024C-B474-C912C1338B6C}" destId="{ECED48EB-D65D-CC42-ABE8-148D8FB8E6BB}" srcOrd="1" destOrd="0" presId="urn:microsoft.com/office/officeart/2005/8/layout/balance1"/>
    <dgm:cxn modelId="{BC1B7ACC-145D-7548-9B92-D1348DED25C9}" type="presParOf" srcId="{ECED48EB-D65D-CC42-ABE8-148D8FB8E6BB}" destId="{66461B80-B4BB-9D45-9C34-41FF596DE2D0}" srcOrd="0" destOrd="0" presId="urn:microsoft.com/office/officeart/2005/8/layout/balance1"/>
    <dgm:cxn modelId="{14CC4044-756A-C246-B547-709FD2E59717}" type="presParOf" srcId="{ECED48EB-D65D-CC42-ABE8-148D8FB8E6BB}" destId="{19E3BBFC-A943-004A-8E83-1F80142AF82E}" srcOrd="1" destOrd="0" presId="urn:microsoft.com/office/officeart/2005/8/layout/balance1"/>
    <dgm:cxn modelId="{ADCD626B-9F68-0845-934B-84A0399BFF7F}" type="presParOf" srcId="{C4A7DE75-54EB-024C-B474-C912C1338B6C}" destId="{B56F0FAB-DEF6-8445-9700-F31D2055CEA9}" srcOrd="2" destOrd="0" presId="urn:microsoft.com/office/officeart/2005/8/layout/balance1"/>
    <dgm:cxn modelId="{551DE631-D84F-4041-BC17-69E1E11445FF}" type="presParOf" srcId="{B56F0FAB-DEF6-8445-9700-F31D2055CEA9}" destId="{13E803FB-493F-A64F-94C4-D2D3F931BB99}" srcOrd="0" destOrd="0" presId="urn:microsoft.com/office/officeart/2005/8/layout/balance1"/>
    <dgm:cxn modelId="{6598A1F6-8408-064D-806F-6DD4AA88C8DD}" type="presParOf" srcId="{B56F0FAB-DEF6-8445-9700-F31D2055CEA9}" destId="{3C24652E-612A-9147-BBD8-E73887C7B0CF}" srcOrd="1" destOrd="0" presId="urn:microsoft.com/office/officeart/2005/8/layout/balance1"/>
    <dgm:cxn modelId="{C217BBD8-2E62-D64F-9500-3C78B6425D33}" type="presParOf" srcId="{B56F0FAB-DEF6-8445-9700-F31D2055CEA9}" destId="{74A38EA5-412D-8E4A-9E84-0ABF931209D8}" srcOrd="2" destOrd="0" presId="urn:microsoft.com/office/officeart/2005/8/layout/balance1"/>
    <dgm:cxn modelId="{06532FDF-6189-3842-825F-434F9AE58742}" type="presParOf" srcId="{B56F0FAB-DEF6-8445-9700-F31D2055CEA9}" destId="{20093660-EDC4-4047-ADB2-63B80A130356}" srcOrd="3" destOrd="0" presId="urn:microsoft.com/office/officeart/2005/8/layout/balance1"/>
    <dgm:cxn modelId="{D7B9DDEA-DB32-1449-AA77-A43970F60730}" type="presParOf" srcId="{B56F0FAB-DEF6-8445-9700-F31D2055CEA9}" destId="{98005504-1588-644D-9C44-3C7E819748A6}" srcOrd="4" destOrd="0" presId="urn:microsoft.com/office/officeart/2005/8/layout/balance1"/>
    <dgm:cxn modelId="{23260C38-86A1-3049-AF36-F9359F823465}" type="presParOf" srcId="{B56F0FAB-DEF6-8445-9700-F31D2055CEA9}" destId="{AF50AC1E-1671-C940-A5B1-1779D0234098}" srcOrd="5" destOrd="0" presId="urn:microsoft.com/office/officeart/2005/8/layout/balance1"/>
    <dgm:cxn modelId="{63B9FB89-00C2-844E-90FB-204A8B2CBBEC}" type="presParOf" srcId="{B56F0FAB-DEF6-8445-9700-F31D2055CEA9}" destId="{62730E88-955B-F14F-9F6F-67E9BB157099}" srcOrd="6" destOrd="0" presId="urn:microsoft.com/office/officeart/2005/8/layout/balance1"/>
    <dgm:cxn modelId="{1B10E249-C250-9843-9225-6FABCC515A1E}" type="presParOf" srcId="{B56F0FAB-DEF6-8445-9700-F31D2055CEA9}" destId="{01DA11C1-2421-0D41-B40C-D9B787A4F6D0}" srcOrd="7" destOrd="0" presId="urn:microsoft.com/office/officeart/2005/8/layout/balance1"/>
    <dgm:cxn modelId="{F3DF318D-940C-3C4E-B7C5-BA3EE5FE5486}" type="presParOf" srcId="{B56F0FAB-DEF6-8445-9700-F31D2055CEA9}" destId="{B2C5476E-4297-7149-9FEA-3987B66B1BDC}" srcOrd="8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11061-9867-424A-98A3-1F1F237B9ADA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F04469-8378-6F4F-B902-EEEFDDB30DCE}">
      <dsp:nvSpPr>
        <dsp:cNvPr id="0" name=""/>
        <dsp:cNvSpPr/>
      </dsp:nvSpPr>
      <dsp:spPr>
        <a:xfrm>
          <a:off x="0" y="2663"/>
          <a:ext cx="1333366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Données dispersées</a:t>
          </a:r>
        </a:p>
      </dsp:txBody>
      <dsp:txXfrm>
        <a:off x="0" y="2663"/>
        <a:ext cx="1333366" cy="1816197"/>
      </dsp:txXfrm>
    </dsp:sp>
    <dsp:sp modelId="{29D0AB34-293A-C740-851B-A03E1480E2D2}">
      <dsp:nvSpPr>
        <dsp:cNvPr id="0" name=""/>
        <dsp:cNvSpPr/>
      </dsp:nvSpPr>
      <dsp:spPr>
        <a:xfrm>
          <a:off x="1433369" y="85136"/>
          <a:ext cx="5233463" cy="1649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Clients, produits, transactions</a:t>
          </a:r>
        </a:p>
      </dsp:txBody>
      <dsp:txXfrm>
        <a:off x="1433369" y="85136"/>
        <a:ext cx="5233463" cy="1649476"/>
      </dsp:txXfrm>
    </dsp:sp>
    <dsp:sp modelId="{15E21A0C-9DE1-914A-88A4-E53E6094FC16}">
      <dsp:nvSpPr>
        <dsp:cNvPr id="0" name=""/>
        <dsp:cNvSpPr/>
      </dsp:nvSpPr>
      <dsp:spPr>
        <a:xfrm>
          <a:off x="1333366" y="1734613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AC9F1EA-FFEC-9C4E-9772-52AF25B6FA0E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3987B8-7C42-8843-BC13-81F3603DF70B}">
      <dsp:nvSpPr>
        <dsp:cNvPr id="0" name=""/>
        <dsp:cNvSpPr/>
      </dsp:nvSpPr>
      <dsp:spPr>
        <a:xfrm>
          <a:off x="0" y="1818861"/>
          <a:ext cx="1333366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Fusion</a:t>
          </a:r>
        </a:p>
      </dsp:txBody>
      <dsp:txXfrm>
        <a:off x="0" y="1818861"/>
        <a:ext cx="1333366" cy="1816197"/>
      </dsp:txXfrm>
    </dsp:sp>
    <dsp:sp modelId="{8807FEF3-CCB9-9A4D-A50E-857105DC4722}">
      <dsp:nvSpPr>
        <dsp:cNvPr id="0" name=""/>
        <dsp:cNvSpPr/>
      </dsp:nvSpPr>
      <dsp:spPr>
        <a:xfrm>
          <a:off x="1433369" y="1901334"/>
          <a:ext cx="5233463" cy="1649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Un seul fichier</a:t>
          </a:r>
        </a:p>
      </dsp:txBody>
      <dsp:txXfrm>
        <a:off x="1433369" y="1901334"/>
        <a:ext cx="5233463" cy="1649476"/>
      </dsp:txXfrm>
    </dsp:sp>
    <dsp:sp modelId="{BDCBD36D-9EE9-CB45-9756-B0E282C8FC45}">
      <dsp:nvSpPr>
        <dsp:cNvPr id="0" name=""/>
        <dsp:cNvSpPr/>
      </dsp:nvSpPr>
      <dsp:spPr>
        <a:xfrm>
          <a:off x="1333366" y="3550811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D0F5909-53E5-674D-AA96-09D6722EE7BF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CDBE2D-6649-0D4E-95EA-14B077B84A4D}">
      <dsp:nvSpPr>
        <dsp:cNvPr id="0" name=""/>
        <dsp:cNvSpPr/>
      </dsp:nvSpPr>
      <dsp:spPr>
        <a:xfrm>
          <a:off x="0" y="3635058"/>
          <a:ext cx="1333366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Analyse</a:t>
          </a:r>
        </a:p>
      </dsp:txBody>
      <dsp:txXfrm>
        <a:off x="0" y="3635058"/>
        <a:ext cx="1333366" cy="1816197"/>
      </dsp:txXfrm>
    </dsp:sp>
    <dsp:sp modelId="{CD051919-E0C1-0B40-85B0-B5E73E49FB0F}">
      <dsp:nvSpPr>
        <dsp:cNvPr id="0" name=""/>
        <dsp:cNvSpPr/>
      </dsp:nvSpPr>
      <dsp:spPr>
        <a:xfrm>
          <a:off x="1433369" y="3717532"/>
          <a:ext cx="5233463" cy="1649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Profil des clients, corrélations, recommandations</a:t>
          </a:r>
        </a:p>
      </dsp:txBody>
      <dsp:txXfrm>
        <a:off x="1433369" y="3717532"/>
        <a:ext cx="5233463" cy="1649476"/>
      </dsp:txXfrm>
    </dsp:sp>
    <dsp:sp modelId="{E39E67D0-DFA8-BD4D-8DF3-58A924ADCFC0}">
      <dsp:nvSpPr>
        <dsp:cNvPr id="0" name=""/>
        <dsp:cNvSpPr/>
      </dsp:nvSpPr>
      <dsp:spPr>
        <a:xfrm>
          <a:off x="1333366" y="5367009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17B2A-2943-8D45-9569-6525C2701F11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388FEA-3E5B-AB46-BD1B-55663206CAA1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Utilisation de R et Rstudio</a:t>
          </a:r>
          <a:endParaRPr lang="en-US" sz="2200" kern="1200"/>
        </a:p>
      </dsp:txBody>
      <dsp:txXfrm>
        <a:off x="0" y="665"/>
        <a:ext cx="6666833" cy="1090517"/>
      </dsp:txXfrm>
    </dsp:sp>
    <dsp:sp modelId="{DE45369C-0F86-EA4B-AE12-0DE8A9985185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2BEFB6-2B13-4A47-B0D0-6A12786B5DFD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Import et exploration des fichiers</a:t>
          </a:r>
          <a:endParaRPr lang="en-US" sz="2200" kern="1200"/>
        </a:p>
      </dsp:txBody>
      <dsp:txXfrm>
        <a:off x="0" y="1091183"/>
        <a:ext cx="6666833" cy="1090517"/>
      </dsp:txXfrm>
    </dsp:sp>
    <dsp:sp modelId="{2E326F54-C27D-4F4E-839F-F499579A373F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DCF641-09A6-0B4E-A781-452E36E65F0B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Standardisation et normalisation des données (date, ajout de colonnes pour l’analyse, suppression de lignes vides…)</a:t>
          </a:r>
          <a:endParaRPr lang="en-US" sz="2200" kern="1200"/>
        </a:p>
      </dsp:txBody>
      <dsp:txXfrm>
        <a:off x="0" y="2181701"/>
        <a:ext cx="6666833" cy="1090517"/>
      </dsp:txXfrm>
    </dsp:sp>
    <dsp:sp modelId="{24CF7DD1-A93E-8B4F-B151-7748E490A8BB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0E9891-5D55-8343-AE91-18F93C525E26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Fusion des données dans un fichier unique</a:t>
          </a:r>
          <a:endParaRPr lang="en-US" sz="2200" kern="1200"/>
        </a:p>
      </dsp:txBody>
      <dsp:txXfrm>
        <a:off x="0" y="3272218"/>
        <a:ext cx="6666833" cy="1090517"/>
      </dsp:txXfrm>
    </dsp:sp>
    <dsp:sp modelId="{6C1D020F-8E53-D74F-8F69-0CA160E8D04D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94CC04-F873-4D43-8BD2-7CD75CE9B24F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Analyse</a:t>
          </a:r>
          <a:endParaRPr lang="en-US" sz="2200" kern="1200"/>
        </a:p>
      </dsp:txBody>
      <dsp:txXfrm>
        <a:off x="0" y="4362736"/>
        <a:ext cx="6666833" cy="10905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4762DD-7F8E-8B47-94BD-22E3208EF7B7}">
      <dsp:nvSpPr>
        <dsp:cNvPr id="0" name=""/>
        <dsp:cNvSpPr/>
      </dsp:nvSpPr>
      <dsp:spPr>
        <a:xfrm>
          <a:off x="1797579" y="2386995"/>
          <a:ext cx="255386" cy="21898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7693" y="0"/>
              </a:lnTo>
              <a:lnTo>
                <a:pt x="127693" y="2189861"/>
              </a:lnTo>
              <a:lnTo>
                <a:pt x="255386" y="218986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/>
        </a:p>
      </dsp:txBody>
      <dsp:txXfrm>
        <a:off x="1870155" y="3426807"/>
        <a:ext cx="110235" cy="110235"/>
      </dsp:txXfrm>
    </dsp:sp>
    <dsp:sp modelId="{01A738DE-2EB8-494B-BA21-D63A5B899D0C}">
      <dsp:nvSpPr>
        <dsp:cNvPr id="0" name=""/>
        <dsp:cNvSpPr/>
      </dsp:nvSpPr>
      <dsp:spPr>
        <a:xfrm>
          <a:off x="1797579" y="2386995"/>
          <a:ext cx="255386" cy="1703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7693" y="0"/>
              </a:lnTo>
              <a:lnTo>
                <a:pt x="127693" y="1703225"/>
              </a:lnTo>
              <a:lnTo>
                <a:pt x="255386" y="170322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00" kern="1200"/>
        </a:p>
      </dsp:txBody>
      <dsp:txXfrm>
        <a:off x="1882216" y="3195550"/>
        <a:ext cx="86113" cy="86113"/>
      </dsp:txXfrm>
    </dsp:sp>
    <dsp:sp modelId="{93375FEC-9590-7F46-8B54-71D3F7B09161}">
      <dsp:nvSpPr>
        <dsp:cNvPr id="0" name=""/>
        <dsp:cNvSpPr/>
      </dsp:nvSpPr>
      <dsp:spPr>
        <a:xfrm>
          <a:off x="1797579" y="2386995"/>
          <a:ext cx="255386" cy="12165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7693" y="0"/>
              </a:lnTo>
              <a:lnTo>
                <a:pt x="127693" y="1216589"/>
              </a:lnTo>
              <a:lnTo>
                <a:pt x="255386" y="12165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94195" y="2964212"/>
        <a:ext cx="62155" cy="62155"/>
      </dsp:txXfrm>
    </dsp:sp>
    <dsp:sp modelId="{338F1ED0-4AB3-C642-BB5E-6961559A8184}">
      <dsp:nvSpPr>
        <dsp:cNvPr id="0" name=""/>
        <dsp:cNvSpPr/>
      </dsp:nvSpPr>
      <dsp:spPr>
        <a:xfrm>
          <a:off x="1797579" y="2386995"/>
          <a:ext cx="255386" cy="7299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7693" y="0"/>
              </a:lnTo>
              <a:lnTo>
                <a:pt x="127693" y="729953"/>
              </a:lnTo>
              <a:lnTo>
                <a:pt x="255386" y="72995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905939" y="2732638"/>
        <a:ext cx="38666" cy="38666"/>
      </dsp:txXfrm>
    </dsp:sp>
    <dsp:sp modelId="{5BFDAC10-32FA-AD41-9FFE-5300458551C5}">
      <dsp:nvSpPr>
        <dsp:cNvPr id="0" name=""/>
        <dsp:cNvSpPr/>
      </dsp:nvSpPr>
      <dsp:spPr>
        <a:xfrm>
          <a:off x="1797579" y="2386995"/>
          <a:ext cx="255386" cy="2433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7693" y="0"/>
              </a:lnTo>
              <a:lnTo>
                <a:pt x="127693" y="243317"/>
              </a:lnTo>
              <a:lnTo>
                <a:pt x="255386" y="2433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916454" y="2499835"/>
        <a:ext cx="17637" cy="17637"/>
      </dsp:txXfrm>
    </dsp:sp>
    <dsp:sp modelId="{6511942A-4FD0-8143-AE55-7D69D53BE3F3}">
      <dsp:nvSpPr>
        <dsp:cNvPr id="0" name=""/>
        <dsp:cNvSpPr/>
      </dsp:nvSpPr>
      <dsp:spPr>
        <a:xfrm>
          <a:off x="1797579" y="2143677"/>
          <a:ext cx="255386" cy="243317"/>
        </a:xfrm>
        <a:custGeom>
          <a:avLst/>
          <a:gdLst/>
          <a:ahLst/>
          <a:cxnLst/>
          <a:rect l="0" t="0" r="0" b="0"/>
          <a:pathLst>
            <a:path>
              <a:moveTo>
                <a:pt x="0" y="243317"/>
              </a:moveTo>
              <a:lnTo>
                <a:pt x="127693" y="243317"/>
              </a:lnTo>
              <a:lnTo>
                <a:pt x="127693" y="0"/>
              </a:lnTo>
              <a:lnTo>
                <a:pt x="2553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916454" y="2256517"/>
        <a:ext cx="17637" cy="17637"/>
      </dsp:txXfrm>
    </dsp:sp>
    <dsp:sp modelId="{6BEE852D-DA71-714F-B51E-75DB97522F8C}">
      <dsp:nvSpPr>
        <dsp:cNvPr id="0" name=""/>
        <dsp:cNvSpPr/>
      </dsp:nvSpPr>
      <dsp:spPr>
        <a:xfrm>
          <a:off x="1797579" y="1657041"/>
          <a:ext cx="255386" cy="729953"/>
        </a:xfrm>
        <a:custGeom>
          <a:avLst/>
          <a:gdLst/>
          <a:ahLst/>
          <a:cxnLst/>
          <a:rect l="0" t="0" r="0" b="0"/>
          <a:pathLst>
            <a:path>
              <a:moveTo>
                <a:pt x="0" y="729953"/>
              </a:moveTo>
              <a:lnTo>
                <a:pt x="127693" y="729953"/>
              </a:lnTo>
              <a:lnTo>
                <a:pt x="127693" y="0"/>
              </a:lnTo>
              <a:lnTo>
                <a:pt x="2553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905939" y="2002684"/>
        <a:ext cx="38666" cy="38666"/>
      </dsp:txXfrm>
    </dsp:sp>
    <dsp:sp modelId="{13D8E534-1BA0-C94A-B837-CECA5848458B}">
      <dsp:nvSpPr>
        <dsp:cNvPr id="0" name=""/>
        <dsp:cNvSpPr/>
      </dsp:nvSpPr>
      <dsp:spPr>
        <a:xfrm>
          <a:off x="1797579" y="1170405"/>
          <a:ext cx="255386" cy="1216589"/>
        </a:xfrm>
        <a:custGeom>
          <a:avLst/>
          <a:gdLst/>
          <a:ahLst/>
          <a:cxnLst/>
          <a:rect l="0" t="0" r="0" b="0"/>
          <a:pathLst>
            <a:path>
              <a:moveTo>
                <a:pt x="0" y="1216589"/>
              </a:moveTo>
              <a:lnTo>
                <a:pt x="127693" y="1216589"/>
              </a:lnTo>
              <a:lnTo>
                <a:pt x="127693" y="0"/>
              </a:lnTo>
              <a:lnTo>
                <a:pt x="2553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94195" y="1747622"/>
        <a:ext cx="62155" cy="62155"/>
      </dsp:txXfrm>
    </dsp:sp>
    <dsp:sp modelId="{97E4F8A9-156C-374E-9A9E-4FDCB4CBA7DB}">
      <dsp:nvSpPr>
        <dsp:cNvPr id="0" name=""/>
        <dsp:cNvSpPr/>
      </dsp:nvSpPr>
      <dsp:spPr>
        <a:xfrm>
          <a:off x="1797579" y="683769"/>
          <a:ext cx="255386" cy="1703225"/>
        </a:xfrm>
        <a:custGeom>
          <a:avLst/>
          <a:gdLst/>
          <a:ahLst/>
          <a:cxnLst/>
          <a:rect l="0" t="0" r="0" b="0"/>
          <a:pathLst>
            <a:path>
              <a:moveTo>
                <a:pt x="0" y="1703225"/>
              </a:moveTo>
              <a:lnTo>
                <a:pt x="127693" y="1703225"/>
              </a:lnTo>
              <a:lnTo>
                <a:pt x="127693" y="0"/>
              </a:lnTo>
              <a:lnTo>
                <a:pt x="2553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00" kern="1200"/>
        </a:p>
      </dsp:txBody>
      <dsp:txXfrm>
        <a:off x="1882216" y="1492325"/>
        <a:ext cx="86113" cy="86113"/>
      </dsp:txXfrm>
    </dsp:sp>
    <dsp:sp modelId="{E99A286B-6F92-D04A-A78F-3E1F446B8769}">
      <dsp:nvSpPr>
        <dsp:cNvPr id="0" name=""/>
        <dsp:cNvSpPr/>
      </dsp:nvSpPr>
      <dsp:spPr>
        <a:xfrm>
          <a:off x="1797579" y="197133"/>
          <a:ext cx="255386" cy="2189861"/>
        </a:xfrm>
        <a:custGeom>
          <a:avLst/>
          <a:gdLst/>
          <a:ahLst/>
          <a:cxnLst/>
          <a:rect l="0" t="0" r="0" b="0"/>
          <a:pathLst>
            <a:path>
              <a:moveTo>
                <a:pt x="0" y="2189861"/>
              </a:moveTo>
              <a:lnTo>
                <a:pt x="127693" y="2189861"/>
              </a:lnTo>
              <a:lnTo>
                <a:pt x="127693" y="0"/>
              </a:lnTo>
              <a:lnTo>
                <a:pt x="2553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/>
        </a:p>
      </dsp:txBody>
      <dsp:txXfrm>
        <a:off x="1870155" y="1236946"/>
        <a:ext cx="110235" cy="110235"/>
      </dsp:txXfrm>
    </dsp:sp>
    <dsp:sp modelId="{608FFE76-FA64-304A-AE38-2329C020A777}">
      <dsp:nvSpPr>
        <dsp:cNvPr id="0" name=""/>
        <dsp:cNvSpPr/>
      </dsp:nvSpPr>
      <dsp:spPr>
        <a:xfrm rot="16200000">
          <a:off x="431083" y="2044995"/>
          <a:ext cx="2048992" cy="683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300" kern="1200" dirty="0"/>
            <a:t>Tops</a:t>
          </a:r>
        </a:p>
      </dsp:txBody>
      <dsp:txXfrm>
        <a:off x="431083" y="2044995"/>
        <a:ext cx="2048992" cy="683999"/>
      </dsp:txXfrm>
    </dsp:sp>
    <dsp:sp modelId="{E031F4B8-6528-8844-BC11-980403B33A8C}">
      <dsp:nvSpPr>
        <dsp:cNvPr id="0" name=""/>
        <dsp:cNvSpPr/>
      </dsp:nvSpPr>
      <dsp:spPr>
        <a:xfrm>
          <a:off x="2052966" y="2479"/>
          <a:ext cx="2653682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1_369, </a:t>
          </a:r>
          <a:r>
            <a:rPr lang="fr-FR" sz="1200" u="sng" kern="1200" dirty="0"/>
            <a:t>2</a:t>
          </a:r>
          <a:r>
            <a:rPr lang="fr-FR" sz="1200" kern="1200" dirty="0"/>
            <a:t>205 ventes, catégorie 1</a:t>
          </a:r>
        </a:p>
      </dsp:txBody>
      <dsp:txXfrm>
        <a:off x="2052966" y="2479"/>
        <a:ext cx="2653682" cy="389308"/>
      </dsp:txXfrm>
    </dsp:sp>
    <dsp:sp modelId="{ED967562-837A-EA4D-929D-F657062EFD64}">
      <dsp:nvSpPr>
        <dsp:cNvPr id="0" name=""/>
        <dsp:cNvSpPr/>
      </dsp:nvSpPr>
      <dsp:spPr>
        <a:xfrm>
          <a:off x="2052966" y="489115"/>
          <a:ext cx="2653682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1_417, </a:t>
          </a:r>
          <a:r>
            <a:rPr lang="fr-FR" sz="1200" u="sng" kern="1200" dirty="0"/>
            <a:t>2</a:t>
          </a:r>
          <a:r>
            <a:rPr lang="fr-FR" sz="1200" kern="1200" dirty="0"/>
            <a:t>123 ventes, catégorie 1</a:t>
          </a:r>
        </a:p>
      </dsp:txBody>
      <dsp:txXfrm>
        <a:off x="2052966" y="489115"/>
        <a:ext cx="2653682" cy="389308"/>
      </dsp:txXfrm>
    </dsp:sp>
    <dsp:sp modelId="{B3EEB71E-4B93-0C46-A752-02109CA18318}">
      <dsp:nvSpPr>
        <dsp:cNvPr id="0" name=""/>
        <dsp:cNvSpPr/>
      </dsp:nvSpPr>
      <dsp:spPr>
        <a:xfrm>
          <a:off x="2052966" y="975751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1_414, </a:t>
          </a:r>
          <a:r>
            <a:rPr lang="fr-FR" sz="1200" u="sng" kern="1200" dirty="0"/>
            <a:t>2</a:t>
          </a:r>
          <a:r>
            <a:rPr lang="fr-FR" sz="1200" kern="1200" dirty="0"/>
            <a:t>114 ventes, catégorie 1</a:t>
          </a:r>
        </a:p>
      </dsp:txBody>
      <dsp:txXfrm>
        <a:off x="2052966" y="975751"/>
        <a:ext cx="2653197" cy="389308"/>
      </dsp:txXfrm>
    </dsp:sp>
    <dsp:sp modelId="{7CE7DDFC-EA18-7049-8FDF-4292E9CE9B47}">
      <dsp:nvSpPr>
        <dsp:cNvPr id="0" name=""/>
        <dsp:cNvSpPr/>
      </dsp:nvSpPr>
      <dsp:spPr>
        <a:xfrm>
          <a:off x="2052966" y="1462387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1_498, </a:t>
          </a:r>
          <a:r>
            <a:rPr lang="fr-FR" sz="1200" u="sng" kern="1200" dirty="0"/>
            <a:t>2</a:t>
          </a:r>
          <a:r>
            <a:rPr lang="fr-FR" sz="1200" kern="1200" dirty="0"/>
            <a:t>042 ventes, catégorie 1</a:t>
          </a:r>
        </a:p>
      </dsp:txBody>
      <dsp:txXfrm>
        <a:off x="2052966" y="1462387"/>
        <a:ext cx="2653197" cy="389308"/>
      </dsp:txXfrm>
    </dsp:sp>
    <dsp:sp modelId="{F03E9F02-40C1-3D49-8D9D-53D7BCDFC475}">
      <dsp:nvSpPr>
        <dsp:cNvPr id="0" name=""/>
        <dsp:cNvSpPr/>
      </dsp:nvSpPr>
      <dsp:spPr>
        <a:xfrm>
          <a:off x="2052966" y="1949022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1_425, </a:t>
          </a:r>
          <a:r>
            <a:rPr lang="fr-FR" sz="1200" u="sng" kern="1200" dirty="0"/>
            <a:t>2</a:t>
          </a:r>
          <a:r>
            <a:rPr lang="fr-FR" sz="1200" kern="1200" dirty="0"/>
            <a:t>026 ventes, catégorie 1</a:t>
          </a:r>
        </a:p>
      </dsp:txBody>
      <dsp:txXfrm>
        <a:off x="2052966" y="1949022"/>
        <a:ext cx="2653197" cy="389308"/>
      </dsp:txXfrm>
    </dsp:sp>
    <dsp:sp modelId="{030707EA-7378-5849-BB34-9B7F06253EF2}">
      <dsp:nvSpPr>
        <dsp:cNvPr id="0" name=""/>
        <dsp:cNvSpPr/>
      </dsp:nvSpPr>
      <dsp:spPr>
        <a:xfrm>
          <a:off x="2052966" y="2435658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1_413, </a:t>
          </a:r>
          <a:r>
            <a:rPr lang="fr-FR" sz="1200" u="sng" kern="1200" dirty="0"/>
            <a:t>1</a:t>
          </a:r>
          <a:r>
            <a:rPr lang="fr-FR" sz="1200" kern="1200" dirty="0"/>
            <a:t>935 ventes, catégorie 1</a:t>
          </a:r>
        </a:p>
      </dsp:txBody>
      <dsp:txXfrm>
        <a:off x="2052966" y="2435658"/>
        <a:ext cx="2653197" cy="389308"/>
      </dsp:txXfrm>
    </dsp:sp>
    <dsp:sp modelId="{F1071F7C-7FDF-484B-945E-DC6AC1B40F4D}">
      <dsp:nvSpPr>
        <dsp:cNvPr id="0" name=""/>
        <dsp:cNvSpPr/>
      </dsp:nvSpPr>
      <dsp:spPr>
        <a:xfrm>
          <a:off x="2052966" y="2922294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1_412, </a:t>
          </a:r>
          <a:r>
            <a:rPr lang="fr-FR" sz="1200" u="sng" kern="1200" dirty="0"/>
            <a:t>1</a:t>
          </a:r>
          <a:r>
            <a:rPr lang="fr-FR" sz="1200" kern="1200" dirty="0"/>
            <a:t>915 ventes, catégorie 1</a:t>
          </a:r>
        </a:p>
      </dsp:txBody>
      <dsp:txXfrm>
        <a:off x="2052966" y="2922294"/>
        <a:ext cx="2653197" cy="389308"/>
      </dsp:txXfrm>
    </dsp:sp>
    <dsp:sp modelId="{A7EF2C74-7F29-9D4B-86B0-C46B9D5B5369}">
      <dsp:nvSpPr>
        <dsp:cNvPr id="0" name=""/>
        <dsp:cNvSpPr/>
      </dsp:nvSpPr>
      <dsp:spPr>
        <a:xfrm>
          <a:off x="2052966" y="3408930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1_407, </a:t>
          </a:r>
          <a:r>
            <a:rPr lang="fr-FR" sz="1200" u="sng" kern="1200" dirty="0"/>
            <a:t>1</a:t>
          </a:r>
          <a:r>
            <a:rPr lang="fr-FR" sz="1200" kern="1200" dirty="0"/>
            <a:t>883 ventes, catégorie 1</a:t>
          </a:r>
        </a:p>
      </dsp:txBody>
      <dsp:txXfrm>
        <a:off x="2052966" y="3408930"/>
        <a:ext cx="2653197" cy="389308"/>
      </dsp:txXfrm>
    </dsp:sp>
    <dsp:sp modelId="{C27591B6-C86D-7A4B-BDAF-B933857D9025}">
      <dsp:nvSpPr>
        <dsp:cNvPr id="0" name=""/>
        <dsp:cNvSpPr/>
      </dsp:nvSpPr>
      <dsp:spPr>
        <a:xfrm>
          <a:off x="2052966" y="3895565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1_396, </a:t>
          </a:r>
          <a:r>
            <a:rPr lang="fr-FR" sz="1200" u="sng" kern="1200" dirty="0"/>
            <a:t>1</a:t>
          </a:r>
          <a:r>
            <a:rPr lang="fr-FR" sz="1200" kern="1200" dirty="0"/>
            <a:t>875 ventes, catégorie 1</a:t>
          </a:r>
        </a:p>
      </dsp:txBody>
      <dsp:txXfrm>
        <a:off x="2052966" y="3895565"/>
        <a:ext cx="2653197" cy="389308"/>
      </dsp:txXfrm>
    </dsp:sp>
    <dsp:sp modelId="{9A53DB4F-E9FB-864A-A66C-943E91B3DD0A}">
      <dsp:nvSpPr>
        <dsp:cNvPr id="0" name=""/>
        <dsp:cNvSpPr/>
      </dsp:nvSpPr>
      <dsp:spPr>
        <a:xfrm>
          <a:off x="2052966" y="4382201"/>
          <a:ext cx="2653197" cy="3893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1_403, </a:t>
          </a:r>
          <a:r>
            <a:rPr lang="fr-FR" sz="1200" u="sng" kern="1200" dirty="0"/>
            <a:t>1</a:t>
          </a:r>
          <a:r>
            <a:rPr lang="fr-FR" sz="1200" kern="1200" dirty="0"/>
            <a:t>874 ventes, catégorie 1</a:t>
          </a:r>
        </a:p>
      </dsp:txBody>
      <dsp:txXfrm>
        <a:off x="2052966" y="4382201"/>
        <a:ext cx="2653197" cy="3893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61B80-B4BB-9D45-9C34-41FF596DE2D0}">
      <dsp:nvSpPr>
        <dsp:cNvPr id="0" name=""/>
        <dsp:cNvSpPr/>
      </dsp:nvSpPr>
      <dsp:spPr>
        <a:xfrm>
          <a:off x="1357435" y="0"/>
          <a:ext cx="2519998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Catégories 0 et 1</a:t>
          </a:r>
        </a:p>
      </dsp:txBody>
      <dsp:txXfrm>
        <a:off x="1389176" y="31741"/>
        <a:ext cx="2456516" cy="1020251"/>
      </dsp:txXfrm>
    </dsp:sp>
    <dsp:sp modelId="{19E3BBFC-A943-004A-8E83-1F80142AF82E}">
      <dsp:nvSpPr>
        <dsp:cNvPr id="0" name=""/>
        <dsp:cNvSpPr/>
      </dsp:nvSpPr>
      <dsp:spPr>
        <a:xfrm>
          <a:off x="4175142" y="0"/>
          <a:ext cx="2519998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Catégorie 2</a:t>
          </a:r>
        </a:p>
      </dsp:txBody>
      <dsp:txXfrm>
        <a:off x="4206883" y="31741"/>
        <a:ext cx="2456516" cy="1020251"/>
      </dsp:txXfrm>
    </dsp:sp>
    <dsp:sp modelId="{3C24652E-612A-9147-BBD8-E73887C7B0CF}">
      <dsp:nvSpPr>
        <dsp:cNvPr id="0" name=""/>
        <dsp:cNvSpPr/>
      </dsp:nvSpPr>
      <dsp:spPr>
        <a:xfrm>
          <a:off x="3619887" y="4605866"/>
          <a:ext cx="812800" cy="812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38EA5-412D-8E4A-9E84-0ABF931209D8}">
      <dsp:nvSpPr>
        <dsp:cNvPr id="0" name=""/>
        <dsp:cNvSpPr/>
      </dsp:nvSpPr>
      <dsp:spPr>
        <a:xfrm>
          <a:off x="1326296" y="4265574"/>
          <a:ext cx="5399983" cy="3294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93660-EDC4-4047-ADB2-63B80A130356}">
      <dsp:nvSpPr>
        <dsp:cNvPr id="0" name=""/>
        <dsp:cNvSpPr/>
      </dsp:nvSpPr>
      <dsp:spPr>
        <a:xfrm>
          <a:off x="4175142" y="3316224"/>
          <a:ext cx="2519998" cy="910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Potentiel de fidélisation</a:t>
          </a:r>
        </a:p>
      </dsp:txBody>
      <dsp:txXfrm>
        <a:off x="4219581" y="3360663"/>
        <a:ext cx="2431120" cy="821458"/>
      </dsp:txXfrm>
    </dsp:sp>
    <dsp:sp modelId="{98005504-1588-644D-9C44-3C7E819748A6}">
      <dsp:nvSpPr>
        <dsp:cNvPr id="0" name=""/>
        <dsp:cNvSpPr/>
      </dsp:nvSpPr>
      <dsp:spPr>
        <a:xfrm>
          <a:off x="4175142" y="2340864"/>
          <a:ext cx="2519998" cy="910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Panier moyen élevé</a:t>
          </a:r>
        </a:p>
      </dsp:txBody>
      <dsp:txXfrm>
        <a:off x="4219581" y="2385303"/>
        <a:ext cx="2431120" cy="821458"/>
      </dsp:txXfrm>
    </dsp:sp>
    <dsp:sp modelId="{AF50AC1E-1671-C940-A5B1-1779D0234098}">
      <dsp:nvSpPr>
        <dsp:cNvPr id="0" name=""/>
        <dsp:cNvSpPr/>
      </dsp:nvSpPr>
      <dsp:spPr>
        <a:xfrm>
          <a:off x="4175142" y="1365504"/>
          <a:ext cx="2519998" cy="910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Clients 18-30 ans</a:t>
          </a:r>
        </a:p>
      </dsp:txBody>
      <dsp:txXfrm>
        <a:off x="4219581" y="1409943"/>
        <a:ext cx="2431120" cy="821458"/>
      </dsp:txXfrm>
    </dsp:sp>
    <dsp:sp modelId="{62730E88-955B-F14F-9F6F-67E9BB157099}">
      <dsp:nvSpPr>
        <dsp:cNvPr id="0" name=""/>
        <dsp:cNvSpPr/>
      </dsp:nvSpPr>
      <dsp:spPr>
        <a:xfrm>
          <a:off x="1357435" y="3316224"/>
          <a:ext cx="2519998" cy="910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Rentabilité</a:t>
          </a:r>
        </a:p>
      </dsp:txBody>
      <dsp:txXfrm>
        <a:off x="1401874" y="3360663"/>
        <a:ext cx="2431120" cy="821458"/>
      </dsp:txXfrm>
    </dsp:sp>
    <dsp:sp modelId="{01DA11C1-2421-0D41-B40C-D9B787A4F6D0}">
      <dsp:nvSpPr>
        <dsp:cNvPr id="0" name=""/>
        <dsp:cNvSpPr/>
      </dsp:nvSpPr>
      <dsp:spPr>
        <a:xfrm>
          <a:off x="1357435" y="2340864"/>
          <a:ext cx="2519998" cy="910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Volume de ventes</a:t>
          </a:r>
        </a:p>
      </dsp:txBody>
      <dsp:txXfrm>
        <a:off x="1401874" y="2385303"/>
        <a:ext cx="2431120" cy="821458"/>
      </dsp:txXfrm>
    </dsp:sp>
    <dsp:sp modelId="{B2C5476E-4297-7149-9FEA-3987B66B1BDC}">
      <dsp:nvSpPr>
        <dsp:cNvPr id="0" name=""/>
        <dsp:cNvSpPr/>
      </dsp:nvSpPr>
      <dsp:spPr>
        <a:xfrm>
          <a:off x="1357435" y="1365504"/>
          <a:ext cx="2519998" cy="910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Clients 35/50 ans</a:t>
          </a:r>
        </a:p>
      </dsp:txBody>
      <dsp:txXfrm>
        <a:off x="1401874" y="1409943"/>
        <a:ext cx="2431120" cy="821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EE6AB-64C1-D2AB-AB9F-72A4F5A28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A9CA991-6C2D-9FAE-D141-37C8F8E92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EA2C67-6DE0-BB9D-1CA2-E3A9FEF3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41FD03-CA82-EA80-20B0-086D803C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355184-E083-1051-F060-20415EDF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2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32803-C968-9CF5-2DCA-F32B013C6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D6D15-2CC8-F15B-2A0B-5E6334772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54C25A-4C30-849C-BAD6-93314B92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5C7CA8-44D8-3254-F4D5-B04E5D37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8ECF53-67C7-6E1C-129F-17B63B24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229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E8602-AFBA-F5CC-19AC-15A0736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625D3B-3002-5E2C-7C97-D3DF2EA83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F63F29-CB52-1135-4E9F-4EA4B408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0BC123-728B-F1BB-3FF5-42A4593B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F08807-148B-9B6D-1968-BE302314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40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4A33D9-6354-0DE4-653C-BD188907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4D55FA-0EC4-860A-0518-D461419A7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315B7-2CC3-2B9C-24B7-4127CE6AB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CF3869-9D1A-CF3C-5604-94C97AB5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0DFDDF-41A2-7F0D-0BF4-6037E6DA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84DE35-A5FD-A24E-F173-904151802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71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4C030-A6B6-E23B-728F-0D69ABA11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3FF762-10A2-DA87-22BA-C022020B6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5D6B90-2021-DC2F-DB79-D0F92A862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9947E3-709D-1CAA-E02C-8138C6F84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E31EB2-7914-6D85-5EB9-2AE5BC6C7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88FC748-8F12-1F24-D6AC-9D4ACC33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70D7559-97F5-3DBA-4A28-D988FB77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F30B620-1F65-D28A-C8A9-EC441A8F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84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9F8F9-7F86-0340-BC01-9093DACA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C4F149-EE77-B864-F61D-476487FF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40F5E9-08DC-702C-45B2-BEE73F64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162B27-3D44-231A-A5B6-E64DA12B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81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2FB954-51BD-049E-B8F3-29493C77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D30163-3673-5501-D520-55161A73F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ED640B-796F-11BE-31BF-90824934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1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CB967A-1042-B78E-2929-A411961E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A55A59-F1CD-0BB9-E25B-81C1645DC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0BC736-9CA2-E94E-687D-726EBF835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F37F84-1547-AF06-2191-037630B1D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B2CCBD-F5B1-2C0C-9EB3-D45D993D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42145B-A450-1FA1-A314-D6217108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05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893C7-4212-ABE4-64FE-DB254276A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38B59A-69B8-9457-1D02-7275ABFC7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05A3A8-4952-9F77-5010-929ABED3A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78BFDB-CD08-3829-0E45-C939D529B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426F22-555C-442A-151C-8ED89C60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BD0303-15EC-8648-1A37-CE0B77FE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65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8DBE61-8370-D6E7-705D-98FF9EDF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A7006B-457B-869C-B871-F06372633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D5EE4A-C901-9386-D9BD-9DB915D25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6A120E-4707-52F6-0890-212F0173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A58A43-0622-43F7-8F49-576D5260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32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57F3D77-3CE0-FADE-3102-F43988272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E7A215-DE75-9623-B775-E5829B4AB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4A9F0D-5F42-0A27-5E35-45477F4C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DC7D4A-C46D-ED4B-0360-DD95B013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0D2DAE-A9CA-09AC-F516-1165396A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58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DECC23-8397-013F-E7C5-C89B9559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B92416-4A2B-045C-ACFB-D2403A56E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6D3FC2-623D-5CFE-6167-AEBDA5751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5052E-2C8C-1C49-BC7D-76697776BED0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20DD89-ABA2-A711-4B9E-650273590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03ED6C-38D3-140F-B3B2-1FA484503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FDBF1-7388-7444-83F2-EB901E43BF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92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AF3C06-CF69-4B8B-7E58-DA6DD528E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143" y="818984"/>
            <a:ext cx="6821967" cy="3268520"/>
          </a:xfrm>
        </p:spPr>
        <p:txBody>
          <a:bodyPr>
            <a:normAutofit fontScale="90000"/>
          </a:bodyPr>
          <a:lstStyle/>
          <a:p>
            <a:pPr algn="r"/>
            <a:r>
              <a:rPr lang="fr-FR" sz="4800" dirty="0">
                <a:solidFill>
                  <a:srgbClr val="FFFFFF"/>
                </a:solidFill>
              </a:rPr>
              <a:t>Analyse des ventes</a:t>
            </a:r>
            <a:br>
              <a:rPr lang="fr-FR" sz="4800" dirty="0">
                <a:solidFill>
                  <a:srgbClr val="FFFFFF"/>
                </a:solidFill>
              </a:rPr>
            </a:br>
            <a:r>
              <a:rPr lang="fr-FR" sz="4800" dirty="0">
                <a:solidFill>
                  <a:srgbClr val="FFFFFF"/>
                </a:solidFill>
              </a:rPr>
              <a:t> </a:t>
            </a:r>
            <a:br>
              <a:rPr lang="fr-FR" sz="4800" dirty="0">
                <a:solidFill>
                  <a:srgbClr val="FFFFFF"/>
                </a:solidFill>
              </a:rPr>
            </a:br>
            <a:r>
              <a:rPr lang="fr-FR" sz="4800" dirty="0">
                <a:solidFill>
                  <a:srgbClr val="FFFFFF"/>
                </a:solidFill>
              </a:rPr>
              <a:t>(mars 2021 – février 2023)</a:t>
            </a:r>
            <a:br>
              <a:rPr lang="fr-FR" sz="4800" dirty="0">
                <a:solidFill>
                  <a:srgbClr val="FFFFFF"/>
                </a:solidFill>
              </a:rPr>
            </a:br>
            <a:r>
              <a:rPr lang="fr-FR" sz="4800" dirty="0">
                <a:solidFill>
                  <a:srgbClr val="FFFFFF"/>
                </a:solidFill>
              </a:rPr>
              <a:t> </a:t>
            </a:r>
            <a:br>
              <a:rPr lang="fr-FR" sz="4800" dirty="0">
                <a:solidFill>
                  <a:srgbClr val="FFFFFF"/>
                </a:solidFill>
              </a:rPr>
            </a:br>
            <a:r>
              <a:rPr lang="fr-FR" sz="4800" dirty="0">
                <a:solidFill>
                  <a:srgbClr val="FFFFFF"/>
                </a:solidFill>
              </a:rPr>
              <a:t>Librairie Lapage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C6C918-4276-7208-86E0-254B54661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fr-FR">
                <a:solidFill>
                  <a:srgbClr val="FFFFFF"/>
                </a:solidFill>
              </a:rPr>
              <a:t>Gwenaëlle Boussès</a:t>
            </a:r>
          </a:p>
          <a:p>
            <a:pPr algn="r"/>
            <a:r>
              <a:rPr lang="fr-FR">
                <a:solidFill>
                  <a:srgbClr val="FFFFFF"/>
                </a:solidFill>
              </a:rPr>
              <a:t>Data Analyst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1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25C8FE-22F6-560E-8FC8-A485C289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Contexte et objectifs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B8443AEA-F558-0355-DDB7-59C4948712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00615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001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FDA00-C671-00E7-8ECA-F53DFB00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EA02B-A0BA-6F06-C8AF-EE351AE9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Gestion des données</a:t>
            </a:r>
          </a:p>
        </p:txBody>
      </p:sp>
      <p:graphicFrame>
        <p:nvGraphicFramePr>
          <p:cNvPr id="5" name="ZoneTexte 2">
            <a:extLst>
              <a:ext uri="{FF2B5EF4-FFF2-40B4-BE49-F238E27FC236}">
                <a16:creationId xmlns:a16="http://schemas.microsoft.com/office/drawing/2014/main" id="{032FC5FE-48BF-1380-D427-83B06516BD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19950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99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58180-D1AD-9457-CDF4-78544A56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829C245-8762-184B-1164-1FA8692D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Courbe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dirty="0">
                <a:solidFill>
                  <a:srgbClr val="FFFFFF"/>
                </a:solidFill>
              </a:rPr>
              <a:t>L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orenz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35C3947-DB80-3D63-BA5E-0C4A8C7EC600}"/>
              </a:ext>
            </a:extLst>
          </p:cNvPr>
          <p:cNvSpPr txBox="1"/>
          <p:nvPr/>
        </p:nvSpPr>
        <p:spPr>
          <a:xfrm>
            <a:off x="6248400" y="293955"/>
            <a:ext cx="4519510" cy="5619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CA total : 12 027 663 €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30EAEB1-4CF5-4510-CAED-E25D21B04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288" y="1700859"/>
            <a:ext cx="7225748" cy="4461899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6DA6710A-180C-51F8-F990-7016F00D0D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8274" y="293955"/>
            <a:ext cx="4248615" cy="71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61FD94C0-4631-35FA-CE58-6302C7B1F1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61210" y="1994210"/>
            <a:ext cx="1587190" cy="158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78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C0B25-EC7B-66BC-278C-CDA5EEB1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72EB2A-A2C8-14E0-CBBC-125899D3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Analyse b2b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AB86F2B-D08B-FB26-2558-3EB6BE929276}"/>
              </a:ext>
            </a:extLst>
          </p:cNvPr>
          <p:cNvSpPr txBox="1"/>
          <p:nvPr/>
        </p:nvSpPr>
        <p:spPr>
          <a:xfrm>
            <a:off x="4581727" y="348344"/>
            <a:ext cx="3025303" cy="1669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1. c_1609      </a:t>
            </a:r>
            <a:r>
              <a:rPr lang="en-US" sz="2000" u="sng" dirty="0"/>
              <a:t>326 </a:t>
            </a:r>
            <a:r>
              <a:rPr lang="en-US" sz="2000" dirty="0"/>
              <a:t>040 €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2. c_4958      </a:t>
            </a:r>
            <a:r>
              <a:rPr lang="en-US" sz="2000" u="sng" dirty="0"/>
              <a:t>290 </a:t>
            </a:r>
            <a:r>
              <a:rPr lang="en-US" sz="2000" dirty="0"/>
              <a:t>227 €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3. c_6714      </a:t>
            </a:r>
            <a:r>
              <a:rPr lang="en-US" sz="2000" u="sng" dirty="0"/>
              <a:t>153 </a:t>
            </a:r>
            <a:r>
              <a:rPr lang="en-US" sz="2000" dirty="0"/>
              <a:t>919 €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4. c_3454      </a:t>
            </a:r>
            <a:r>
              <a:rPr lang="en-US" sz="2000" u="sng" dirty="0"/>
              <a:t>114 </a:t>
            </a:r>
            <a:r>
              <a:rPr lang="en-US" sz="2000" dirty="0"/>
              <a:t>111 €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9B9011C-88BD-DBDF-A96F-915618FDD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727" y="2205002"/>
            <a:ext cx="6245930" cy="385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08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5E124-8814-3756-8B43-F0BF7C1EE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4C6F62-FAEB-F976-A6D2-74A45AD4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Analyse b2c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0C87FB7-41B4-4629-2C09-62E4654D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198050"/>
            <a:ext cx="7225748" cy="446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8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0EB44-E4B6-2A91-A617-DA964B9A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2F4B89-8639-8B1A-31DE-76816B64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Évolution sur 2 ans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705F23E-A8AB-81B8-7F5D-26A0CC46B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40" y="1082007"/>
            <a:ext cx="3387578" cy="209182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02742BB-41FA-F7FD-7A8B-71C5182F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930" y="1062274"/>
            <a:ext cx="3419533" cy="211156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74FE1AA-4A96-CF39-946E-666528CBE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223" y="3429000"/>
            <a:ext cx="4676056" cy="288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5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BD236-8736-536F-43A6-975B688CA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FD8D1B-2EB3-E2B0-0B9C-17D2E038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Chiffre d’affaire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081D717-C821-E992-7C7B-83BE8835C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53" y="455433"/>
            <a:ext cx="5355755" cy="330717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BC81295-DA22-A720-A39F-74B112EAC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715" y="4092891"/>
            <a:ext cx="4139086" cy="243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62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8EE80-85B5-1F84-8337-83B77DCA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2091AA-357B-8DF9-4C84-F58127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80" y="2862471"/>
            <a:ext cx="3041803" cy="2907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Lien genre et catégorie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C8B4D6-8931-61E2-9054-53A2F28C3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162" y="2868100"/>
            <a:ext cx="4070874" cy="251376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3254CC8-F3C4-1E83-641E-278FA2EAF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86" y="3059490"/>
            <a:ext cx="4070874" cy="251376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1D3F143-843D-522D-BA1D-3361BA675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645" y="922622"/>
            <a:ext cx="6381243" cy="15793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74A0F2B-1FE3-FEE0-DDFB-2BE845068F86}"/>
              </a:ext>
            </a:extLst>
          </p:cNvPr>
          <p:cNvSpPr txBox="1"/>
          <p:nvPr/>
        </p:nvSpPr>
        <p:spPr>
          <a:xfrm>
            <a:off x="5280418" y="478712"/>
            <a:ext cx="567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Variables quantitatives, plus de 2 catégories : test Chi-2</a:t>
            </a:r>
          </a:p>
        </p:txBody>
      </p:sp>
    </p:spTree>
    <p:extLst>
      <p:ext uri="{BB962C8B-B14F-4D97-AF65-F5344CB8AC3E}">
        <p14:creationId xmlns:p14="http://schemas.microsoft.com/office/powerpoint/2010/main" val="60518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64B2B-61FD-1491-3432-6B3F76CA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1C291-F55C-1DEA-9E72-A8218EDB6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32481"/>
          </a:xfrm>
          <a:gradFill flip="none" rotWithShape="1">
            <a:gsLst>
              <a:gs pos="0">
                <a:srgbClr val="0F425A"/>
              </a:gs>
              <a:gs pos="15000">
                <a:srgbClr val="0C3B50"/>
              </a:gs>
              <a:gs pos="72000">
                <a:srgbClr val="06202C"/>
              </a:gs>
              <a:gs pos="100000">
                <a:srgbClr val="04151C"/>
              </a:gs>
            </a:gsLst>
            <a:lin ang="6600000" scaled="0"/>
            <a:tileRect/>
          </a:gradFill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Habitudes d’achat en fonction de l’âge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13D88A-53BF-399E-5B36-1D300B68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81" y="2198688"/>
            <a:ext cx="3644384" cy="99328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41B50BF-888A-9107-914E-6E478A65A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76" y="3594909"/>
            <a:ext cx="3644383" cy="224608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FB46123-97AF-99E5-9134-239CB0CB5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898" y="2198688"/>
            <a:ext cx="3896203" cy="99328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8567A7A-A733-C177-815E-45230CD8E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807" y="3594909"/>
            <a:ext cx="3644383" cy="224819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A87DC9D-5663-A088-0D9F-D5FBA35E4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5107" y="2198689"/>
            <a:ext cx="3644384" cy="102475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8A7F404-F966-4CB8-042F-B496AC1506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2476" y="3481653"/>
            <a:ext cx="3789646" cy="233780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E41EA8A6-43CE-DA3A-4A0D-03FE78D5A96C}"/>
              </a:ext>
            </a:extLst>
          </p:cNvPr>
          <p:cNvSpPr txBox="1"/>
          <p:nvPr/>
        </p:nvSpPr>
        <p:spPr>
          <a:xfrm>
            <a:off x="1307541" y="1700253"/>
            <a:ext cx="9576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Variables quantitatives, pas de distribution normale : test non paramétrique : test de Spearman</a:t>
            </a:r>
          </a:p>
        </p:txBody>
      </p:sp>
    </p:spTree>
    <p:extLst>
      <p:ext uri="{BB962C8B-B14F-4D97-AF65-F5344CB8AC3E}">
        <p14:creationId xmlns:p14="http://schemas.microsoft.com/office/powerpoint/2010/main" val="363440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A883A-4054-DD2F-D644-75BB041C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A60013-1BB9-C0EE-82F9-AC078E130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Lien entre âge et catégories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2240B86-8532-D09A-53B4-EFFACE9A6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353" y="2276840"/>
            <a:ext cx="7225748" cy="44618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73FC3EF-7EB0-4B7D-6B4E-42276E8F0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776" y="1032045"/>
            <a:ext cx="6499679" cy="104723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AB9F13F-6168-92C4-8BFB-D39911448BD8}"/>
              </a:ext>
            </a:extLst>
          </p:cNvPr>
          <p:cNvSpPr txBox="1"/>
          <p:nvPr/>
        </p:nvSpPr>
        <p:spPr>
          <a:xfrm>
            <a:off x="4870988" y="119261"/>
            <a:ext cx="66204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Une variable quantitative et une qualitative, plus de 2 catégories, </a:t>
            </a:r>
          </a:p>
          <a:p>
            <a:pPr algn="ctr"/>
            <a:r>
              <a:rPr lang="fr-FR" dirty="0"/>
              <a:t>distribution ne suis pas la courbe de Gauss :</a:t>
            </a:r>
          </a:p>
          <a:p>
            <a:pPr algn="ctr"/>
            <a:r>
              <a:rPr lang="fr-FR" dirty="0"/>
              <a:t> test non paramétrique : </a:t>
            </a:r>
            <a:r>
              <a:rPr lang="fr-FR" dirty="0" err="1"/>
              <a:t>Kruskal</a:t>
            </a:r>
            <a:r>
              <a:rPr lang="fr-FR" dirty="0"/>
              <a:t>-Wallis</a:t>
            </a:r>
          </a:p>
        </p:txBody>
      </p:sp>
    </p:spTree>
    <p:extLst>
      <p:ext uri="{BB962C8B-B14F-4D97-AF65-F5344CB8AC3E}">
        <p14:creationId xmlns:p14="http://schemas.microsoft.com/office/powerpoint/2010/main" val="3747029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3F514-1F92-011C-B99D-9F416B47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531130-6773-997B-B6EF-65C55B5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Prix des livres en fonction des catégories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1B8FC9F-44CD-C185-E948-29ECB69CE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049" y="2214050"/>
            <a:ext cx="7225748" cy="44618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D9A7055-CE5B-8CCD-6B3A-9281A6011DB9}"/>
              </a:ext>
            </a:extLst>
          </p:cNvPr>
          <p:cNvSpPr txBox="1"/>
          <p:nvPr/>
        </p:nvSpPr>
        <p:spPr>
          <a:xfrm>
            <a:off x="4870988" y="119261"/>
            <a:ext cx="66204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Une variable quantitative et une qualitative, plus de 2 catégories, </a:t>
            </a:r>
          </a:p>
          <a:p>
            <a:pPr algn="ctr"/>
            <a:r>
              <a:rPr lang="fr-FR" dirty="0"/>
              <a:t>distribution ne suis pas la courbe de Gauss :</a:t>
            </a:r>
          </a:p>
          <a:p>
            <a:pPr algn="ctr"/>
            <a:r>
              <a:rPr lang="fr-FR" dirty="0"/>
              <a:t> test non paramétrique : </a:t>
            </a:r>
            <a:r>
              <a:rPr lang="fr-FR" dirty="0" err="1"/>
              <a:t>Kruskal</a:t>
            </a:r>
            <a:r>
              <a:rPr lang="fr-FR" dirty="0"/>
              <a:t>-Wallis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6A377D8-56E9-39A9-4C46-51973AB7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988" y="1042591"/>
            <a:ext cx="6620467" cy="106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62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4B4E3-9F94-CC3F-D916-DAB01F1F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C3133B-E69B-9495-3CDF-A7DA2E28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Nos tops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F1DD6678-9D01-FCD8-9682-2C2DE3E9D6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5833202"/>
              </p:ext>
            </p:extLst>
          </p:nvPr>
        </p:nvGraphicFramePr>
        <p:xfrm>
          <a:off x="5138057" y="1027906"/>
          <a:ext cx="5820229" cy="4773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989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A7D32-54F3-C15E-FD3F-8FD17E68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B50B567-68D0-A99B-690B-E3A14EC1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Nos flops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AA42E1E-A71B-8FFA-0004-EC98EBF46C7B}"/>
              </a:ext>
            </a:extLst>
          </p:cNvPr>
          <p:cNvGrpSpPr/>
          <p:nvPr/>
        </p:nvGrpSpPr>
        <p:grpSpPr>
          <a:xfrm>
            <a:off x="5006277" y="750440"/>
            <a:ext cx="6464382" cy="5453920"/>
            <a:chOff x="4953413" y="365125"/>
            <a:chExt cx="5500915" cy="4641055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72A90536-A9CF-5FEB-B22C-594FB3EE07BE}"/>
                </a:ext>
              </a:extLst>
            </p:cNvPr>
            <p:cNvGrpSpPr/>
            <p:nvPr/>
          </p:nvGrpSpPr>
          <p:grpSpPr>
            <a:xfrm>
              <a:off x="4953413" y="365125"/>
              <a:ext cx="5500915" cy="4641055"/>
              <a:chOff x="0" y="0"/>
              <a:chExt cx="5500915" cy="4641055"/>
            </a:xfrm>
          </p:grpSpPr>
          <p:sp>
            <p:nvSpPr>
              <p:cNvPr id="17" name="Rectangle : coins arrondis 16">
                <a:extLst>
                  <a:ext uri="{FF2B5EF4-FFF2-40B4-BE49-F238E27FC236}">
                    <a16:creationId xmlns:a16="http://schemas.microsoft.com/office/drawing/2014/main" id="{B5D8F6E6-A0A4-6AF5-24D6-2807D5471BA8}"/>
                  </a:ext>
                </a:extLst>
              </p:cNvPr>
              <p:cNvSpPr/>
              <p:nvPr/>
            </p:nvSpPr>
            <p:spPr>
              <a:xfrm>
                <a:off x="0" y="0"/>
                <a:ext cx="5500915" cy="4641055"/>
              </a:xfrm>
              <a:prstGeom prst="roundRect">
                <a:avLst>
                  <a:gd name="adj" fmla="val 8500"/>
                </a:avLst>
              </a:prstGeom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Rectangle : coins arrondis 4">
                <a:extLst>
                  <a:ext uri="{FF2B5EF4-FFF2-40B4-BE49-F238E27FC236}">
                    <a16:creationId xmlns:a16="http://schemas.microsoft.com/office/drawing/2014/main" id="{C6985457-0FA7-1D86-6A52-C3B105FB2B70}"/>
                  </a:ext>
                </a:extLst>
              </p:cNvPr>
              <p:cNvSpPr txBox="1"/>
              <p:nvPr/>
            </p:nvSpPr>
            <p:spPr>
              <a:xfrm>
                <a:off x="115542" y="115542"/>
                <a:ext cx="5269831" cy="440997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47650" tIns="247650" rIns="247650" bIns="2865207" numCol="1" spcCol="1270" anchor="t" anchorCtr="0">
                <a:noAutofit/>
              </a:bodyPr>
              <a:lstStyle/>
              <a:p>
                <a:pPr defTabSz="3380423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7605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rPr>
                  <a:t>Flops</a:t>
                </a:r>
                <a:endParaRPr lang="fr-FR" sz="6500" kern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086BBD96-717B-56C8-62BD-B81F0090AAF6}"/>
                </a:ext>
              </a:extLst>
            </p:cNvPr>
            <p:cNvGrpSpPr/>
            <p:nvPr/>
          </p:nvGrpSpPr>
          <p:grpSpPr>
            <a:xfrm>
              <a:off x="5185949" y="1606725"/>
              <a:ext cx="4971794" cy="1441275"/>
              <a:chOff x="201750" y="2088474"/>
              <a:chExt cx="2461513" cy="2088474"/>
            </a:xfrm>
          </p:grpSpPr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66E591BC-47FF-EDF9-A311-23698FA7F3A6}"/>
                  </a:ext>
                </a:extLst>
              </p:cNvPr>
              <p:cNvSpPr/>
              <p:nvPr/>
            </p:nvSpPr>
            <p:spPr>
              <a:xfrm>
                <a:off x="265978" y="2088474"/>
                <a:ext cx="2340487" cy="2088474"/>
              </a:xfrm>
              <a:prstGeom prst="roundRect">
                <a:avLst>
                  <a:gd name="adj" fmla="val 105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Rectangle : coins arrondis 4">
                <a:extLst>
                  <a:ext uri="{FF2B5EF4-FFF2-40B4-BE49-F238E27FC236}">
                    <a16:creationId xmlns:a16="http://schemas.microsoft.com/office/drawing/2014/main" id="{6FED4361-AE13-CE55-3510-D39118367F49}"/>
                  </a:ext>
                </a:extLst>
              </p:cNvPr>
              <p:cNvSpPr txBox="1"/>
              <p:nvPr/>
            </p:nvSpPr>
            <p:spPr>
              <a:xfrm>
                <a:off x="201750" y="2152703"/>
                <a:ext cx="2461513" cy="196001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7630" tIns="87630" rIns="87630" bIns="87630" numCol="1" spcCol="1270" anchor="ctr" anchorCtr="0">
                <a:noAutofit/>
              </a:bodyPr>
              <a:lstStyle/>
              <a:p>
                <a:pPr algn="ctr" defTabSz="1196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2691" kern="1200" dirty="0">
                    <a:solidFill>
                      <a:schemeClr val="dk1">
                        <a:hueOff val="0"/>
                        <a:satOff val="0"/>
                        <a:lumOff val="0"/>
                        <a:alphaOff val="0"/>
                      </a:schemeClr>
                    </a:solidFill>
                    <a:latin typeface="+mn-lt"/>
                    <a:ea typeface="+mn-ea"/>
                    <a:cs typeface="+mn-cs"/>
                  </a:rPr>
                  <a:t>26 livres vendus à </a:t>
                </a:r>
              </a:p>
              <a:p>
                <a:pPr algn="ctr" defTabSz="1196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2691" kern="1200" dirty="0">
                    <a:solidFill>
                      <a:schemeClr val="dk1">
                        <a:hueOff val="0"/>
                        <a:satOff val="0"/>
                        <a:lumOff val="0"/>
                        <a:alphaOff val="0"/>
                      </a:schemeClr>
                    </a:solidFill>
                    <a:latin typeface="+mn-lt"/>
                    <a:ea typeface="+mn-ea"/>
                    <a:cs typeface="+mn-cs"/>
                  </a:rPr>
                  <a:t>un seul exemplaire</a:t>
                </a:r>
                <a:endParaRPr lang="fr-FR" sz="2300" kern="1200" dirty="0"/>
              </a:p>
            </p:txBody>
          </p:sp>
        </p:grp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7162D64-4EC1-8BA6-1C0F-1A6CDFCA2474}"/>
                </a:ext>
              </a:extLst>
            </p:cNvPr>
            <p:cNvGrpSpPr/>
            <p:nvPr/>
          </p:nvGrpSpPr>
          <p:grpSpPr>
            <a:xfrm>
              <a:off x="5191732" y="3028310"/>
              <a:ext cx="5108475" cy="1711125"/>
              <a:chOff x="2832614" y="2493739"/>
              <a:chExt cx="2421277" cy="1683209"/>
            </a:xfrm>
          </p:grpSpPr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1DE1B798-E88C-AB77-9BBE-0077299998F5}"/>
                  </a:ext>
                </a:extLst>
              </p:cNvPr>
              <p:cNvSpPr/>
              <p:nvPr/>
            </p:nvSpPr>
            <p:spPr>
              <a:xfrm>
                <a:off x="2891362" y="2601054"/>
                <a:ext cx="2240631" cy="1575894"/>
              </a:xfrm>
              <a:prstGeom prst="roundRect">
                <a:avLst>
                  <a:gd name="adj" fmla="val 105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Rectangle : coins arrondis 4">
                <a:extLst>
                  <a:ext uri="{FF2B5EF4-FFF2-40B4-BE49-F238E27FC236}">
                    <a16:creationId xmlns:a16="http://schemas.microsoft.com/office/drawing/2014/main" id="{3AE55C2B-05FC-4BF8-3346-C27AB6181FD7}"/>
                  </a:ext>
                </a:extLst>
              </p:cNvPr>
              <p:cNvSpPr txBox="1"/>
              <p:nvPr/>
            </p:nvSpPr>
            <p:spPr>
              <a:xfrm>
                <a:off x="2832614" y="2493739"/>
                <a:ext cx="2421277" cy="161898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87630" tIns="87630" rIns="87630" bIns="87630" numCol="1" spcCol="1270" anchor="t" anchorCtr="0">
                <a:noAutofit/>
              </a:bodyPr>
              <a:lstStyle/>
              <a:p>
                <a:pPr defTabSz="1196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fr-FR" sz="2691" kern="1200" dirty="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endParaRPr>
              </a:p>
              <a:p>
                <a:pPr marL="0" lvl="1" algn="ctr" defTabSz="936117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fr-FR" sz="2400" kern="1200" dirty="0">
                    <a:solidFill>
                      <a:schemeClr val="dk1">
                        <a:hueOff val="0"/>
                        <a:satOff val="0"/>
                        <a:lumOff val="0"/>
                        <a:alphaOff val="0"/>
                      </a:schemeClr>
                    </a:solidFill>
                    <a:latin typeface="+mn-lt"/>
                    <a:ea typeface="+mn-ea"/>
                    <a:cs typeface="+mn-cs"/>
                  </a:rPr>
                  <a:t>22 dans la catégorie 0</a:t>
                </a:r>
              </a:p>
              <a:p>
                <a:pPr marL="0" lvl="1" algn="ctr" defTabSz="936117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fr-FR" sz="2400" kern="1200" dirty="0">
                    <a:solidFill>
                      <a:schemeClr val="dk1">
                        <a:hueOff val="0"/>
                        <a:satOff val="0"/>
                        <a:lumOff val="0"/>
                        <a:alphaOff val="0"/>
                      </a:schemeClr>
                    </a:solidFill>
                    <a:latin typeface="+mn-lt"/>
                    <a:ea typeface="+mn-ea"/>
                    <a:cs typeface="+mn-cs"/>
                  </a:rPr>
                  <a:t>1 dans la catégorie 1</a:t>
                </a:r>
              </a:p>
              <a:p>
                <a:pPr marL="0" lvl="1" algn="ctr" defTabSz="936117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fr-FR" sz="2400" kern="1200" dirty="0">
                    <a:solidFill>
                      <a:schemeClr val="dk1">
                        <a:hueOff val="0"/>
                        <a:satOff val="0"/>
                        <a:lumOff val="0"/>
                        <a:alphaOff val="0"/>
                      </a:schemeClr>
                    </a:solidFill>
                    <a:latin typeface="+mn-lt"/>
                    <a:ea typeface="+mn-ea"/>
                    <a:cs typeface="+mn-cs"/>
                  </a:rPr>
                  <a:t>3 dans la catégorie 2</a:t>
                </a:r>
                <a:endParaRPr lang="fr-FR" sz="2400" kern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425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1E229-8429-BCD6-1757-EB5C6198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C4E17F-43ED-14B2-4456-17850FE4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Bilan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6CD37EDC-0539-B949-F42C-DACEF0224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2649129"/>
              </p:ext>
            </p:extLst>
          </p:nvPr>
        </p:nvGraphicFramePr>
        <p:xfrm>
          <a:off x="4037824" y="719666"/>
          <a:ext cx="805257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01086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3070</TotalTime>
  <Words>358</Words>
  <Application>Microsoft Macintosh PowerPoint</Application>
  <PresentationFormat>Grand écran</PresentationFormat>
  <Paragraphs>67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Analyse des ventes   (mars 2021 – février 2023)   Librairie Lapage</vt:lpstr>
      <vt:lpstr>Contexte et objectifs</vt:lpstr>
      <vt:lpstr>Gestion des données</vt:lpstr>
      <vt:lpstr>Courbe de Lorenz</vt:lpstr>
      <vt:lpstr>Analyse b2b</vt:lpstr>
      <vt:lpstr>Analyse b2c</vt:lpstr>
      <vt:lpstr>Évolution sur 2 ans</vt:lpstr>
      <vt:lpstr>Chiffre d’affaire</vt:lpstr>
      <vt:lpstr>Lien genre et catégorie</vt:lpstr>
      <vt:lpstr>Habitudes d’achat en fonction de l’âge</vt:lpstr>
      <vt:lpstr>Lien entre âge et catégories</vt:lpstr>
      <vt:lpstr>Prix des livres en fonction des catégories</vt:lpstr>
      <vt:lpstr>Nos tops</vt:lpstr>
      <vt:lpstr>Nos flops</vt:lpstr>
      <vt:lpstr>Bilan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Gwenaëlle Boussès</dc:creator>
  <cp:lastModifiedBy>Gwenaëlle Boussès</cp:lastModifiedBy>
  <cp:revision>6</cp:revision>
  <dcterms:created xsi:type="dcterms:W3CDTF">2026-04-27T07:30:14Z</dcterms:created>
  <dcterms:modified xsi:type="dcterms:W3CDTF">2026-04-29T10:40:47Z</dcterms:modified>
</cp:coreProperties>
</file>